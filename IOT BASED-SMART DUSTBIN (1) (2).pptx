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7920" y="2425679"/>
            <a:ext cx="9968230" cy="1259840"/>
          </a:xfrm>
          <a:custGeom>
            <a:avLst/>
            <a:gdLst/>
            <a:ahLst/>
            <a:cxnLst/>
            <a:rect l="l" t="t" r="r" b="b"/>
            <a:pathLst>
              <a:path w="9968230" h="1259839">
                <a:moveTo>
                  <a:pt x="9968039" y="1259639"/>
                </a:moveTo>
                <a:lnTo>
                  <a:pt x="0" y="1259639"/>
                </a:lnTo>
                <a:lnTo>
                  <a:pt x="0" y="0"/>
                </a:lnTo>
                <a:lnTo>
                  <a:pt x="9968039" y="0"/>
                </a:lnTo>
                <a:lnTo>
                  <a:pt x="9968039" y="1259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359"/>
            <a:ext cx="4643120" cy="4643120"/>
          </a:xfrm>
          <a:custGeom>
            <a:avLst/>
            <a:gdLst/>
            <a:ahLst/>
            <a:cxnLst/>
            <a:rect l="l" t="t" r="r" b="b"/>
            <a:pathLst>
              <a:path w="4643120" h="4643120">
                <a:moveTo>
                  <a:pt x="0" y="4642636"/>
                </a:moveTo>
                <a:lnTo>
                  <a:pt x="0" y="0"/>
                </a:lnTo>
                <a:lnTo>
                  <a:pt x="4642636" y="0"/>
                </a:lnTo>
                <a:lnTo>
                  <a:pt x="0" y="4642636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4138929" cy="4138295"/>
          </a:xfrm>
          <a:custGeom>
            <a:avLst/>
            <a:gdLst/>
            <a:ahLst/>
            <a:cxnLst/>
            <a:rect l="l" t="t" r="r" b="b"/>
            <a:pathLst>
              <a:path w="4138929" h="4138295">
                <a:moveTo>
                  <a:pt x="263804" y="3874551"/>
                </a:moveTo>
                <a:lnTo>
                  <a:pt x="179" y="3874551"/>
                </a:lnTo>
                <a:lnTo>
                  <a:pt x="3874732" y="0"/>
                </a:lnTo>
                <a:lnTo>
                  <a:pt x="4138356" y="0"/>
                </a:lnTo>
                <a:lnTo>
                  <a:pt x="263804" y="3874551"/>
                </a:lnTo>
                <a:close/>
              </a:path>
              <a:path w="4138929" h="4138295">
                <a:moveTo>
                  <a:pt x="179" y="4138176"/>
                </a:moveTo>
                <a:lnTo>
                  <a:pt x="0" y="4137996"/>
                </a:lnTo>
                <a:lnTo>
                  <a:pt x="0" y="3874371"/>
                </a:lnTo>
                <a:lnTo>
                  <a:pt x="179" y="3874551"/>
                </a:lnTo>
                <a:lnTo>
                  <a:pt x="263804" y="3874551"/>
                </a:lnTo>
                <a:lnTo>
                  <a:pt x="179" y="4138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93255" y="2017701"/>
            <a:ext cx="4605020" cy="625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7567" y="4568714"/>
            <a:ext cx="8999220" cy="442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888720" y="0"/>
            <a:ext cx="5399405" cy="9719310"/>
            <a:chOff x="12888720" y="0"/>
            <a:chExt cx="5399405" cy="9719310"/>
          </a:xfrm>
        </p:grpSpPr>
        <p:sp>
          <p:nvSpPr>
            <p:cNvPr id="3" name="object 3" descr=""/>
            <p:cNvSpPr/>
            <p:nvPr/>
          </p:nvSpPr>
          <p:spPr>
            <a:xfrm>
              <a:off x="13725720" y="0"/>
              <a:ext cx="4562475" cy="3796029"/>
            </a:xfrm>
            <a:custGeom>
              <a:avLst/>
              <a:gdLst/>
              <a:ahLst/>
              <a:cxnLst/>
              <a:rect l="l" t="t" r="r" b="b"/>
              <a:pathLst>
                <a:path w="4562475" h="3796029">
                  <a:moveTo>
                    <a:pt x="2872079" y="3795479"/>
                  </a:moveTo>
                  <a:lnTo>
                    <a:pt x="2823555" y="3794862"/>
                  </a:lnTo>
                  <a:lnTo>
                    <a:pt x="2775227" y="3793451"/>
                  </a:lnTo>
                  <a:lnTo>
                    <a:pt x="2727101" y="3791250"/>
                  </a:lnTo>
                  <a:lnTo>
                    <a:pt x="2679185" y="3788267"/>
                  </a:lnTo>
                  <a:lnTo>
                    <a:pt x="2631483" y="3784508"/>
                  </a:lnTo>
                  <a:lnTo>
                    <a:pt x="2584003" y="3779980"/>
                  </a:lnTo>
                  <a:lnTo>
                    <a:pt x="2536751" y="3774687"/>
                  </a:lnTo>
                  <a:lnTo>
                    <a:pt x="2489733" y="3768638"/>
                  </a:lnTo>
                  <a:lnTo>
                    <a:pt x="2442955" y="3761837"/>
                  </a:lnTo>
                  <a:lnTo>
                    <a:pt x="2396423" y="3754292"/>
                  </a:lnTo>
                  <a:lnTo>
                    <a:pt x="2350144" y="3746008"/>
                  </a:lnTo>
                  <a:lnTo>
                    <a:pt x="2304124" y="3736992"/>
                  </a:lnTo>
                  <a:lnTo>
                    <a:pt x="2258369" y="3727250"/>
                  </a:lnTo>
                  <a:lnTo>
                    <a:pt x="2212885" y="3716788"/>
                  </a:lnTo>
                  <a:lnTo>
                    <a:pt x="2167679" y="3705613"/>
                  </a:lnTo>
                  <a:lnTo>
                    <a:pt x="2122757" y="3693731"/>
                  </a:lnTo>
                  <a:lnTo>
                    <a:pt x="2078125" y="3681149"/>
                  </a:lnTo>
                  <a:lnTo>
                    <a:pt x="2033789" y="3667871"/>
                  </a:lnTo>
                  <a:lnTo>
                    <a:pt x="1989756" y="3653905"/>
                  </a:lnTo>
                  <a:lnTo>
                    <a:pt x="1946031" y="3639258"/>
                  </a:lnTo>
                  <a:lnTo>
                    <a:pt x="1902622" y="3623934"/>
                  </a:lnTo>
                  <a:lnTo>
                    <a:pt x="1859534" y="3607941"/>
                  </a:lnTo>
                  <a:lnTo>
                    <a:pt x="1816774" y="3591285"/>
                  </a:lnTo>
                  <a:lnTo>
                    <a:pt x="1774347" y="3573972"/>
                  </a:lnTo>
                  <a:lnTo>
                    <a:pt x="1732261" y="3556008"/>
                  </a:lnTo>
                  <a:lnTo>
                    <a:pt x="1690521" y="3537399"/>
                  </a:lnTo>
                  <a:lnTo>
                    <a:pt x="1649133" y="3518153"/>
                  </a:lnTo>
                  <a:lnTo>
                    <a:pt x="1608104" y="3498275"/>
                  </a:lnTo>
                  <a:lnTo>
                    <a:pt x="1567441" y="3477771"/>
                  </a:lnTo>
                  <a:lnTo>
                    <a:pt x="1527148" y="3456648"/>
                  </a:lnTo>
                  <a:lnTo>
                    <a:pt x="1487233" y="3434912"/>
                  </a:lnTo>
                  <a:lnTo>
                    <a:pt x="1447702" y="3412569"/>
                  </a:lnTo>
                  <a:lnTo>
                    <a:pt x="1408561" y="3389625"/>
                  </a:lnTo>
                  <a:lnTo>
                    <a:pt x="1369816" y="3366087"/>
                  </a:lnTo>
                  <a:lnTo>
                    <a:pt x="1331473" y="3341962"/>
                  </a:lnTo>
                  <a:lnTo>
                    <a:pt x="1293539" y="3317254"/>
                  </a:lnTo>
                  <a:lnTo>
                    <a:pt x="1256020" y="3291971"/>
                  </a:lnTo>
                  <a:lnTo>
                    <a:pt x="1218923" y="3266120"/>
                  </a:lnTo>
                  <a:lnTo>
                    <a:pt x="1182253" y="3239705"/>
                  </a:lnTo>
                  <a:lnTo>
                    <a:pt x="1146016" y="3212733"/>
                  </a:lnTo>
                  <a:lnTo>
                    <a:pt x="1110220" y="3185211"/>
                  </a:lnTo>
                  <a:lnTo>
                    <a:pt x="1074869" y="3157146"/>
                  </a:lnTo>
                  <a:lnTo>
                    <a:pt x="1039971" y="3128542"/>
                  </a:lnTo>
                  <a:lnTo>
                    <a:pt x="1005532" y="3099407"/>
                  </a:lnTo>
                  <a:lnTo>
                    <a:pt x="971558" y="3069746"/>
                  </a:lnTo>
                  <a:lnTo>
                    <a:pt x="938055" y="3039567"/>
                  </a:lnTo>
                  <a:lnTo>
                    <a:pt x="905029" y="3008875"/>
                  </a:lnTo>
                  <a:lnTo>
                    <a:pt x="872487" y="2977676"/>
                  </a:lnTo>
                  <a:lnTo>
                    <a:pt x="840434" y="2945978"/>
                  </a:lnTo>
                  <a:lnTo>
                    <a:pt x="808878" y="2913785"/>
                  </a:lnTo>
                  <a:lnTo>
                    <a:pt x="777825" y="2881105"/>
                  </a:lnTo>
                  <a:lnTo>
                    <a:pt x="747280" y="2847943"/>
                  </a:lnTo>
                  <a:lnTo>
                    <a:pt x="717249" y="2814306"/>
                  </a:lnTo>
                  <a:lnTo>
                    <a:pt x="687740" y="2780201"/>
                  </a:lnTo>
                  <a:lnTo>
                    <a:pt x="658758" y="2745633"/>
                  </a:lnTo>
                  <a:lnTo>
                    <a:pt x="630310" y="2710608"/>
                  </a:lnTo>
                  <a:lnTo>
                    <a:pt x="602402" y="2675134"/>
                  </a:lnTo>
                  <a:lnTo>
                    <a:pt x="575039" y="2639216"/>
                  </a:lnTo>
                  <a:lnTo>
                    <a:pt x="548230" y="2602860"/>
                  </a:lnTo>
                  <a:lnTo>
                    <a:pt x="521978" y="2566074"/>
                  </a:lnTo>
                  <a:lnTo>
                    <a:pt x="496291" y="2528862"/>
                  </a:lnTo>
                  <a:lnTo>
                    <a:pt x="471176" y="2491232"/>
                  </a:lnTo>
                  <a:lnTo>
                    <a:pt x="446638" y="2453189"/>
                  </a:lnTo>
                  <a:lnTo>
                    <a:pt x="422683" y="2414740"/>
                  </a:lnTo>
                  <a:lnTo>
                    <a:pt x="399318" y="2375891"/>
                  </a:lnTo>
                  <a:lnTo>
                    <a:pt x="376549" y="2336649"/>
                  </a:lnTo>
                  <a:lnTo>
                    <a:pt x="354382" y="2297020"/>
                  </a:lnTo>
                  <a:lnTo>
                    <a:pt x="332824" y="2257009"/>
                  </a:lnTo>
                  <a:lnTo>
                    <a:pt x="311881" y="2216624"/>
                  </a:lnTo>
                  <a:lnTo>
                    <a:pt x="291558" y="2175870"/>
                  </a:lnTo>
                  <a:lnTo>
                    <a:pt x="271863" y="2134754"/>
                  </a:lnTo>
                  <a:lnTo>
                    <a:pt x="252801" y="2093282"/>
                  </a:lnTo>
                  <a:lnTo>
                    <a:pt x="234379" y="2051460"/>
                  </a:lnTo>
                  <a:lnTo>
                    <a:pt x="216603" y="2009295"/>
                  </a:lnTo>
                  <a:lnTo>
                    <a:pt x="199479" y="1966793"/>
                  </a:lnTo>
                  <a:lnTo>
                    <a:pt x="183014" y="1923960"/>
                  </a:lnTo>
                  <a:lnTo>
                    <a:pt x="167213" y="1880803"/>
                  </a:lnTo>
                  <a:lnTo>
                    <a:pt x="152084" y="1837327"/>
                  </a:lnTo>
                  <a:lnTo>
                    <a:pt x="137631" y="1793539"/>
                  </a:lnTo>
                  <a:lnTo>
                    <a:pt x="123862" y="1749445"/>
                  </a:lnTo>
                  <a:lnTo>
                    <a:pt x="110782" y="1705052"/>
                  </a:lnTo>
                  <a:lnTo>
                    <a:pt x="98399" y="1660366"/>
                  </a:lnTo>
                  <a:lnTo>
                    <a:pt x="86717" y="1615392"/>
                  </a:lnTo>
                  <a:lnTo>
                    <a:pt x="75744" y="1570138"/>
                  </a:lnTo>
                  <a:lnTo>
                    <a:pt x="65486" y="1524609"/>
                  </a:lnTo>
                  <a:lnTo>
                    <a:pt x="55948" y="1478813"/>
                  </a:lnTo>
                  <a:lnTo>
                    <a:pt x="47138" y="1432754"/>
                  </a:lnTo>
                  <a:lnTo>
                    <a:pt x="39061" y="1386440"/>
                  </a:lnTo>
                  <a:lnTo>
                    <a:pt x="31724" y="1339877"/>
                  </a:lnTo>
                  <a:lnTo>
                    <a:pt x="25132" y="1293070"/>
                  </a:lnTo>
                  <a:lnTo>
                    <a:pt x="19293" y="1246027"/>
                  </a:lnTo>
                  <a:lnTo>
                    <a:pt x="14211" y="1198753"/>
                  </a:lnTo>
                  <a:lnTo>
                    <a:pt x="9895" y="1151255"/>
                  </a:lnTo>
                  <a:lnTo>
                    <a:pt x="6349" y="1103538"/>
                  </a:lnTo>
                  <a:lnTo>
                    <a:pt x="3581" y="1055611"/>
                  </a:lnTo>
                  <a:lnTo>
                    <a:pt x="1595" y="1007477"/>
                  </a:lnTo>
                  <a:lnTo>
                    <a:pt x="399" y="959145"/>
                  </a:lnTo>
                  <a:lnTo>
                    <a:pt x="0" y="910619"/>
                  </a:lnTo>
                  <a:lnTo>
                    <a:pt x="399" y="862094"/>
                  </a:lnTo>
                  <a:lnTo>
                    <a:pt x="1595" y="813762"/>
                  </a:lnTo>
                  <a:lnTo>
                    <a:pt x="3581" y="765628"/>
                  </a:lnTo>
                  <a:lnTo>
                    <a:pt x="6349" y="717701"/>
                  </a:lnTo>
                  <a:lnTo>
                    <a:pt x="9895" y="669984"/>
                  </a:lnTo>
                  <a:lnTo>
                    <a:pt x="14211" y="622486"/>
                  </a:lnTo>
                  <a:lnTo>
                    <a:pt x="19293" y="575212"/>
                  </a:lnTo>
                  <a:lnTo>
                    <a:pt x="25132" y="528169"/>
                  </a:lnTo>
                  <a:lnTo>
                    <a:pt x="31724" y="481362"/>
                  </a:lnTo>
                  <a:lnTo>
                    <a:pt x="39061" y="434799"/>
                  </a:lnTo>
                  <a:lnTo>
                    <a:pt x="47138" y="388485"/>
                  </a:lnTo>
                  <a:lnTo>
                    <a:pt x="55948" y="342426"/>
                  </a:lnTo>
                  <a:lnTo>
                    <a:pt x="65486" y="296630"/>
                  </a:lnTo>
                  <a:lnTo>
                    <a:pt x="75744" y="251101"/>
                  </a:lnTo>
                  <a:lnTo>
                    <a:pt x="86717" y="205847"/>
                  </a:lnTo>
                  <a:lnTo>
                    <a:pt x="98399" y="160873"/>
                  </a:lnTo>
                  <a:lnTo>
                    <a:pt x="110782" y="116187"/>
                  </a:lnTo>
                  <a:lnTo>
                    <a:pt x="123862" y="71794"/>
                  </a:lnTo>
                  <a:lnTo>
                    <a:pt x="137631" y="27700"/>
                  </a:lnTo>
                  <a:lnTo>
                    <a:pt x="146774" y="0"/>
                  </a:lnTo>
                  <a:lnTo>
                    <a:pt x="4562280" y="0"/>
                  </a:lnTo>
                  <a:lnTo>
                    <a:pt x="4562280" y="3239427"/>
                  </a:lnTo>
                  <a:lnTo>
                    <a:pt x="4525237" y="3266120"/>
                  </a:lnTo>
                  <a:lnTo>
                    <a:pt x="4488139" y="3291971"/>
                  </a:lnTo>
                  <a:lnTo>
                    <a:pt x="4450620" y="3317254"/>
                  </a:lnTo>
                  <a:lnTo>
                    <a:pt x="4412686" y="3341962"/>
                  </a:lnTo>
                  <a:lnTo>
                    <a:pt x="4374344" y="3366087"/>
                  </a:lnTo>
                  <a:lnTo>
                    <a:pt x="4335599" y="3389625"/>
                  </a:lnTo>
                  <a:lnTo>
                    <a:pt x="4296457" y="3412569"/>
                  </a:lnTo>
                  <a:lnTo>
                    <a:pt x="4256926" y="3434912"/>
                  </a:lnTo>
                  <a:lnTo>
                    <a:pt x="4217011" y="3456648"/>
                  </a:lnTo>
                  <a:lnTo>
                    <a:pt x="4176719" y="3477771"/>
                  </a:lnTo>
                  <a:lnTo>
                    <a:pt x="4136055" y="3498275"/>
                  </a:lnTo>
                  <a:lnTo>
                    <a:pt x="4095026" y="3518153"/>
                  </a:lnTo>
                  <a:lnTo>
                    <a:pt x="4053638" y="3537399"/>
                  </a:lnTo>
                  <a:lnTo>
                    <a:pt x="4011898" y="3556008"/>
                  </a:lnTo>
                  <a:lnTo>
                    <a:pt x="3969812" y="3573972"/>
                  </a:lnTo>
                  <a:lnTo>
                    <a:pt x="3927385" y="3591285"/>
                  </a:lnTo>
                  <a:lnTo>
                    <a:pt x="3884625" y="3607941"/>
                  </a:lnTo>
                  <a:lnTo>
                    <a:pt x="3841537" y="3623934"/>
                  </a:lnTo>
                  <a:lnTo>
                    <a:pt x="3798128" y="3639258"/>
                  </a:lnTo>
                  <a:lnTo>
                    <a:pt x="3754403" y="3653905"/>
                  </a:lnTo>
                  <a:lnTo>
                    <a:pt x="3710370" y="3667871"/>
                  </a:lnTo>
                  <a:lnTo>
                    <a:pt x="3666035" y="3681149"/>
                  </a:lnTo>
                  <a:lnTo>
                    <a:pt x="3621402" y="3693731"/>
                  </a:lnTo>
                  <a:lnTo>
                    <a:pt x="3576480" y="3705613"/>
                  </a:lnTo>
                  <a:lnTo>
                    <a:pt x="3531274" y="3716788"/>
                  </a:lnTo>
                  <a:lnTo>
                    <a:pt x="3485790" y="3727250"/>
                  </a:lnTo>
                  <a:lnTo>
                    <a:pt x="3440035" y="3736992"/>
                  </a:lnTo>
                  <a:lnTo>
                    <a:pt x="3394015" y="3746008"/>
                  </a:lnTo>
                  <a:lnTo>
                    <a:pt x="3347736" y="3754292"/>
                  </a:lnTo>
                  <a:lnTo>
                    <a:pt x="3301204" y="3761837"/>
                  </a:lnTo>
                  <a:lnTo>
                    <a:pt x="3254426" y="3768638"/>
                  </a:lnTo>
                  <a:lnTo>
                    <a:pt x="3207408" y="3774687"/>
                  </a:lnTo>
                  <a:lnTo>
                    <a:pt x="3160156" y="3779980"/>
                  </a:lnTo>
                  <a:lnTo>
                    <a:pt x="3112676" y="3784508"/>
                  </a:lnTo>
                  <a:lnTo>
                    <a:pt x="3064974" y="3788267"/>
                  </a:lnTo>
                  <a:lnTo>
                    <a:pt x="3017058" y="3791250"/>
                  </a:lnTo>
                  <a:lnTo>
                    <a:pt x="2968932" y="3793451"/>
                  </a:lnTo>
                  <a:lnTo>
                    <a:pt x="2920604" y="3794862"/>
                  </a:lnTo>
                  <a:lnTo>
                    <a:pt x="2872079" y="379547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888720" y="564839"/>
              <a:ext cx="824230" cy="9154795"/>
            </a:xfrm>
            <a:custGeom>
              <a:avLst/>
              <a:gdLst/>
              <a:ahLst/>
              <a:cxnLst/>
              <a:rect l="l" t="t" r="r" b="b"/>
              <a:pathLst>
                <a:path w="824230" h="9154795">
                  <a:moveTo>
                    <a:pt x="823679" y="9154439"/>
                  </a:moveTo>
                  <a:lnTo>
                    <a:pt x="0" y="9154439"/>
                  </a:lnTo>
                  <a:lnTo>
                    <a:pt x="0" y="0"/>
                  </a:lnTo>
                  <a:lnTo>
                    <a:pt x="823679" y="0"/>
                  </a:lnTo>
                  <a:lnTo>
                    <a:pt x="823679" y="915443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619560" y="8172719"/>
            <a:ext cx="1635760" cy="1633220"/>
          </a:xfrm>
          <a:custGeom>
            <a:avLst/>
            <a:gdLst/>
            <a:ahLst/>
            <a:cxnLst/>
            <a:rect l="l" t="t" r="r" b="b"/>
            <a:pathLst>
              <a:path w="1635760" h="1633220">
                <a:moveTo>
                  <a:pt x="1635479" y="1632959"/>
                </a:moveTo>
                <a:lnTo>
                  <a:pt x="0" y="1632959"/>
                </a:lnTo>
                <a:lnTo>
                  <a:pt x="0" y="0"/>
                </a:lnTo>
                <a:lnTo>
                  <a:pt x="1635479" y="163295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19739" y="564660"/>
            <a:ext cx="1633220" cy="1635760"/>
          </a:xfrm>
          <a:custGeom>
            <a:avLst/>
            <a:gdLst/>
            <a:ahLst/>
            <a:cxnLst/>
            <a:rect l="l" t="t" r="r" b="b"/>
            <a:pathLst>
              <a:path w="1633220" h="1635760">
                <a:moveTo>
                  <a:pt x="0" y="1635479"/>
                </a:moveTo>
                <a:lnTo>
                  <a:pt x="0" y="0"/>
                </a:lnTo>
                <a:lnTo>
                  <a:pt x="1632959" y="0"/>
                </a:lnTo>
                <a:lnTo>
                  <a:pt x="0" y="163547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920" y="7317720"/>
            <a:ext cx="2751479" cy="27514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60380" y="1744091"/>
            <a:ext cx="10750550" cy="2361565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algn="ctr" marL="12700" marR="5080">
              <a:lnSpc>
                <a:spcPts val="7050"/>
              </a:lnSpc>
              <a:spcBef>
                <a:spcPts val="60"/>
              </a:spcBef>
            </a:pPr>
            <a:r>
              <a:rPr dirty="0" sz="5600" spc="-459" b="0">
                <a:solidFill>
                  <a:srgbClr val="2B4A9D"/>
                </a:solidFill>
                <a:latin typeface="Arial Black"/>
                <a:cs typeface="Arial Black"/>
              </a:rPr>
              <a:t>MATURI</a:t>
            </a:r>
            <a:r>
              <a:rPr dirty="0" sz="5600" spc="-78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5600" spc="-440" b="0">
                <a:solidFill>
                  <a:srgbClr val="2B4A9D"/>
                </a:solidFill>
                <a:latin typeface="Arial Black"/>
                <a:cs typeface="Arial Black"/>
              </a:rPr>
              <a:t>VENKATA</a:t>
            </a:r>
            <a:r>
              <a:rPr dirty="0" sz="5600" spc="-77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5600" spc="-525" b="0">
                <a:solidFill>
                  <a:srgbClr val="2B4A9D"/>
                </a:solidFill>
                <a:latin typeface="Arial Black"/>
                <a:cs typeface="Arial Black"/>
              </a:rPr>
              <a:t>SUBBA</a:t>
            </a:r>
            <a:r>
              <a:rPr dirty="0" sz="5600" spc="-78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5600" spc="-385" b="0">
                <a:solidFill>
                  <a:srgbClr val="2B4A9D"/>
                </a:solidFill>
                <a:latin typeface="Arial Black"/>
                <a:cs typeface="Arial Black"/>
              </a:rPr>
              <a:t>RAO </a:t>
            </a:r>
            <a:r>
              <a:rPr dirty="0" sz="5600" spc="-605" b="0">
                <a:solidFill>
                  <a:srgbClr val="2B4A9D"/>
                </a:solidFill>
                <a:latin typeface="Arial Black"/>
                <a:cs typeface="Arial Black"/>
              </a:rPr>
              <a:t>ENGINEERING</a:t>
            </a:r>
            <a:r>
              <a:rPr dirty="0" sz="5600" spc="-77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5600" spc="-725" b="0">
                <a:solidFill>
                  <a:srgbClr val="2B4A9D"/>
                </a:solidFill>
                <a:latin typeface="Arial Black"/>
                <a:cs typeface="Arial Black"/>
              </a:rPr>
              <a:t>COLLEGE</a:t>
            </a:r>
            <a:endParaRPr sz="56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3500" spc="85" b="0">
                <a:solidFill>
                  <a:srgbClr val="FF5757"/>
                </a:solidFill>
                <a:latin typeface="Arial Black"/>
                <a:cs typeface="Arial Black"/>
              </a:rPr>
              <a:t>(An</a:t>
            </a:r>
            <a:r>
              <a:rPr dirty="0" sz="3500" spc="-470" b="0">
                <a:solidFill>
                  <a:srgbClr val="FF5757"/>
                </a:solidFill>
                <a:latin typeface="Arial Black"/>
                <a:cs typeface="Arial Black"/>
              </a:rPr>
              <a:t> </a:t>
            </a:r>
            <a:r>
              <a:rPr dirty="0" sz="3500" spc="-30" b="0">
                <a:solidFill>
                  <a:srgbClr val="FF5757"/>
                </a:solidFill>
                <a:latin typeface="Arial Black"/>
                <a:cs typeface="Arial Black"/>
              </a:rPr>
              <a:t>Autonomous</a:t>
            </a:r>
            <a:r>
              <a:rPr dirty="0" sz="3500" spc="-470" b="0">
                <a:solidFill>
                  <a:srgbClr val="FF5757"/>
                </a:solidFill>
                <a:latin typeface="Arial Black"/>
                <a:cs typeface="Arial Black"/>
              </a:rPr>
              <a:t> </a:t>
            </a:r>
            <a:r>
              <a:rPr dirty="0" sz="3500" spc="-10" b="0">
                <a:solidFill>
                  <a:srgbClr val="FF5757"/>
                </a:solidFill>
                <a:latin typeface="Arial Black"/>
                <a:cs typeface="Arial Black"/>
              </a:rPr>
              <a:t>Institution)</a:t>
            </a:r>
            <a:endParaRPr sz="35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9361" y="5114300"/>
            <a:ext cx="728281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50">
                <a:latin typeface="Tahoma"/>
                <a:cs typeface="Tahoma"/>
              </a:rPr>
              <a:t>Project</a:t>
            </a:r>
            <a:r>
              <a:rPr dirty="0" sz="3000" spc="-335">
                <a:latin typeface="Tahoma"/>
                <a:cs typeface="Tahoma"/>
              </a:rPr>
              <a:t> </a:t>
            </a:r>
            <a:r>
              <a:rPr dirty="0" sz="3000" spc="-20">
                <a:latin typeface="Tahoma"/>
                <a:cs typeface="Tahoma"/>
              </a:rPr>
              <a:t>Title:</a:t>
            </a:r>
            <a:r>
              <a:rPr dirty="0" sz="3000" spc="-330">
                <a:latin typeface="Tahoma"/>
                <a:cs typeface="Tahoma"/>
              </a:rPr>
              <a:t> </a:t>
            </a:r>
            <a:r>
              <a:rPr dirty="0" sz="3000" spc="-35">
                <a:latin typeface="Tahoma"/>
                <a:cs typeface="Tahoma"/>
              </a:rPr>
              <a:t>IOT</a:t>
            </a:r>
            <a:r>
              <a:rPr dirty="0" sz="3000" spc="-335">
                <a:latin typeface="Tahoma"/>
                <a:cs typeface="Tahoma"/>
              </a:rPr>
              <a:t> </a:t>
            </a:r>
            <a:r>
              <a:rPr dirty="0" sz="3000" spc="100">
                <a:latin typeface="Tahoma"/>
                <a:cs typeface="Tahoma"/>
              </a:rPr>
              <a:t>BASED-</a:t>
            </a:r>
            <a:r>
              <a:rPr dirty="0" sz="3000" spc="75">
                <a:latin typeface="Tahoma"/>
                <a:cs typeface="Tahoma"/>
              </a:rPr>
              <a:t>SMART</a:t>
            </a:r>
            <a:r>
              <a:rPr dirty="0" sz="3000" spc="-330">
                <a:latin typeface="Tahoma"/>
                <a:cs typeface="Tahoma"/>
              </a:rPr>
              <a:t> </a:t>
            </a:r>
            <a:r>
              <a:rPr dirty="0" sz="3000" spc="75">
                <a:latin typeface="Tahoma"/>
                <a:cs typeface="Tahoma"/>
              </a:rPr>
              <a:t>DUSTBIN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30349" y="7040147"/>
            <a:ext cx="463867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78535">
              <a:lnSpc>
                <a:spcPct val="140000"/>
              </a:lnSpc>
              <a:spcBef>
                <a:spcPts val="100"/>
              </a:spcBef>
            </a:pPr>
            <a:r>
              <a:rPr dirty="0" sz="3000" spc="-114">
                <a:latin typeface="Tahoma"/>
                <a:cs typeface="Tahoma"/>
              </a:rPr>
              <a:t>Team</a:t>
            </a:r>
            <a:r>
              <a:rPr dirty="0" sz="3000" spc="-340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Members: </a:t>
            </a:r>
            <a:r>
              <a:rPr dirty="0" sz="3000" spc="70">
                <a:latin typeface="Tahoma"/>
                <a:cs typeface="Tahoma"/>
              </a:rPr>
              <a:t>SRIKANYA-245121733308 </a:t>
            </a:r>
            <a:r>
              <a:rPr dirty="0" sz="3000" spc="50">
                <a:latin typeface="Tahoma"/>
                <a:cs typeface="Tahoma"/>
              </a:rPr>
              <a:t>GAYATHRI-</a:t>
            </a:r>
            <a:r>
              <a:rPr dirty="0" sz="3000" spc="70">
                <a:latin typeface="Tahoma"/>
                <a:cs typeface="Tahoma"/>
              </a:rPr>
              <a:t>245121733309 </a:t>
            </a:r>
            <a:r>
              <a:rPr dirty="0" sz="3000" spc="55">
                <a:latin typeface="Tahoma"/>
                <a:cs typeface="Tahoma"/>
              </a:rPr>
              <a:t>SATVIKA-</a:t>
            </a:r>
            <a:r>
              <a:rPr dirty="0" sz="3000" spc="70">
                <a:latin typeface="Tahoma"/>
                <a:cs typeface="Tahoma"/>
              </a:rPr>
              <a:t>245121733313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943861" y="5851788"/>
            <a:ext cx="2357755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3185">
              <a:lnSpc>
                <a:spcPct val="140000"/>
              </a:lnSpc>
              <a:spcBef>
                <a:spcPts val="100"/>
              </a:spcBef>
            </a:pPr>
            <a:r>
              <a:rPr dirty="0" sz="3000">
                <a:latin typeface="Tahoma"/>
                <a:cs typeface="Tahoma"/>
              </a:rPr>
              <a:t>Guide</a:t>
            </a:r>
            <a:r>
              <a:rPr dirty="0" sz="3000" spc="-135">
                <a:latin typeface="Tahoma"/>
                <a:cs typeface="Tahoma"/>
              </a:rPr>
              <a:t> </a:t>
            </a:r>
            <a:r>
              <a:rPr dirty="0" sz="3000" spc="-10">
                <a:latin typeface="Tahoma"/>
                <a:cs typeface="Tahoma"/>
              </a:rPr>
              <a:t>Name: </a:t>
            </a:r>
            <a:r>
              <a:rPr dirty="0" sz="3000" spc="185">
                <a:latin typeface="Tahoma"/>
                <a:cs typeface="Tahoma"/>
              </a:rPr>
              <a:t>M.ANUPAMA</a:t>
            </a:r>
            <a:endParaRPr sz="300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3703594" y="-4762"/>
            <a:ext cx="4589780" cy="4167504"/>
            <a:chOff x="13703594" y="-4762"/>
            <a:chExt cx="4589780" cy="4167504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3120" y="0"/>
              <a:ext cx="4574879" cy="41525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708357" y="0"/>
              <a:ext cx="4580255" cy="4157979"/>
            </a:xfrm>
            <a:custGeom>
              <a:avLst/>
              <a:gdLst/>
              <a:ahLst/>
              <a:cxnLst/>
              <a:rect l="l" t="t" r="r" b="b"/>
              <a:pathLst>
                <a:path w="4580255" h="4157979">
                  <a:moveTo>
                    <a:pt x="4579642" y="4157362"/>
                  </a:moveTo>
                  <a:lnTo>
                    <a:pt x="0" y="4157362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28880" y="0"/>
            <a:ext cx="17259300" cy="10287000"/>
            <a:chOff x="1028880" y="0"/>
            <a:chExt cx="172593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645002" y="500683"/>
              <a:ext cx="4643120" cy="9285605"/>
            </a:xfrm>
            <a:custGeom>
              <a:avLst/>
              <a:gdLst/>
              <a:ahLst/>
              <a:cxnLst/>
              <a:rect l="l" t="t" r="r" b="b"/>
              <a:pathLst>
                <a:path w="4643119" h="9285605">
                  <a:moveTo>
                    <a:pt x="4642637" y="9285273"/>
                  </a:moveTo>
                  <a:lnTo>
                    <a:pt x="0" y="4642636"/>
                  </a:lnTo>
                  <a:lnTo>
                    <a:pt x="4642637" y="0"/>
                  </a:lnTo>
                  <a:lnTo>
                    <a:pt x="4642997" y="360"/>
                  </a:lnTo>
                  <a:lnTo>
                    <a:pt x="4642997" y="9284913"/>
                  </a:lnTo>
                  <a:lnTo>
                    <a:pt x="4642637" y="9285273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149463" y="1004423"/>
              <a:ext cx="4138929" cy="8277225"/>
            </a:xfrm>
            <a:custGeom>
              <a:avLst/>
              <a:gdLst/>
              <a:ahLst/>
              <a:cxnLst/>
              <a:rect l="l" t="t" r="r" b="b"/>
              <a:pathLst>
                <a:path w="4138930" h="8277225">
                  <a:moveTo>
                    <a:pt x="4138355" y="8276713"/>
                  </a:moveTo>
                  <a:lnTo>
                    <a:pt x="0" y="4138356"/>
                  </a:lnTo>
                  <a:lnTo>
                    <a:pt x="4138355" y="0"/>
                  </a:lnTo>
                  <a:lnTo>
                    <a:pt x="4138536" y="180"/>
                  </a:lnTo>
                  <a:lnTo>
                    <a:pt x="4138536" y="258132"/>
                  </a:lnTo>
                  <a:lnTo>
                    <a:pt x="4138355" y="258132"/>
                  </a:lnTo>
                  <a:lnTo>
                    <a:pt x="260878" y="4135610"/>
                  </a:lnTo>
                  <a:lnTo>
                    <a:pt x="4138355" y="8013088"/>
                  </a:lnTo>
                  <a:lnTo>
                    <a:pt x="4138536" y="8013088"/>
                  </a:lnTo>
                  <a:lnTo>
                    <a:pt x="4138536" y="8276533"/>
                  </a:lnTo>
                  <a:lnTo>
                    <a:pt x="4138355" y="8276713"/>
                  </a:lnTo>
                  <a:close/>
                </a:path>
                <a:path w="4138930" h="8277225">
                  <a:moveTo>
                    <a:pt x="4138536" y="258312"/>
                  </a:moveTo>
                  <a:lnTo>
                    <a:pt x="4138355" y="258132"/>
                  </a:lnTo>
                  <a:lnTo>
                    <a:pt x="4138536" y="258132"/>
                  </a:lnTo>
                  <a:lnTo>
                    <a:pt x="4138536" y="258312"/>
                  </a:lnTo>
                  <a:close/>
                </a:path>
                <a:path w="4138930" h="8277225">
                  <a:moveTo>
                    <a:pt x="4138536" y="8013088"/>
                  </a:moveTo>
                  <a:lnTo>
                    <a:pt x="4138355" y="8013088"/>
                  </a:lnTo>
                  <a:lnTo>
                    <a:pt x="4138536" y="8012908"/>
                  </a:lnTo>
                  <a:lnTo>
                    <a:pt x="4138536" y="80130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704563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52" y="0"/>
                  </a:lnTo>
                  <a:lnTo>
                    <a:pt x="3520833" y="3242830"/>
                  </a:lnTo>
                  <a:lnTo>
                    <a:pt x="278015" y="0"/>
                  </a:lnTo>
                  <a:lnTo>
                    <a:pt x="355" y="0"/>
                  </a:lnTo>
                  <a:lnTo>
                    <a:pt x="3520833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702" y="7038048"/>
                  </a:lnTo>
                  <a:lnTo>
                    <a:pt x="3520833" y="6766179"/>
                  </a:lnTo>
                  <a:lnTo>
                    <a:pt x="0" y="10287000"/>
                  </a:lnTo>
                  <a:lnTo>
                    <a:pt x="271868" y="10287000"/>
                  </a:lnTo>
                  <a:lnTo>
                    <a:pt x="3520833" y="7038048"/>
                  </a:lnTo>
                  <a:lnTo>
                    <a:pt x="6769798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028880" y="823679"/>
              <a:ext cx="9944100" cy="9463405"/>
            </a:xfrm>
            <a:custGeom>
              <a:avLst/>
              <a:gdLst/>
              <a:ahLst/>
              <a:cxnLst/>
              <a:rect l="l" t="t" r="r" b="b"/>
              <a:pathLst>
                <a:path w="9944100" h="9463405">
                  <a:moveTo>
                    <a:pt x="9943919" y="9463319"/>
                  </a:moveTo>
                  <a:lnTo>
                    <a:pt x="0" y="9463319"/>
                  </a:lnTo>
                  <a:lnTo>
                    <a:pt x="0" y="0"/>
                  </a:lnTo>
                  <a:lnTo>
                    <a:pt x="9943919" y="0"/>
                  </a:lnTo>
                  <a:lnTo>
                    <a:pt x="9943919" y="9463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54902" y="643698"/>
            <a:ext cx="9695815" cy="123444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dirty="0" sz="4800" spc="-409" b="0">
                <a:solidFill>
                  <a:srgbClr val="2B4A9D"/>
                </a:solidFill>
                <a:latin typeface="Arial Black"/>
                <a:cs typeface="Arial Black"/>
              </a:rPr>
              <a:t>ABSTRACT</a:t>
            </a:r>
            <a:endParaRPr sz="48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dirty="0" sz="2000" spc="-175" b="0">
                <a:solidFill>
                  <a:srgbClr val="2B4A9D"/>
                </a:solidFill>
                <a:latin typeface="Arial Black"/>
                <a:cs typeface="Arial Black"/>
              </a:rPr>
              <a:t>IOT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14" b="0">
                <a:solidFill>
                  <a:srgbClr val="2B4A9D"/>
                </a:solidFill>
                <a:latin typeface="Arial Black"/>
                <a:cs typeface="Arial Black"/>
              </a:rPr>
              <a:t>BASED-</a:t>
            </a:r>
            <a:r>
              <a:rPr dirty="0" sz="2000" spc="-135" b="0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95" b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dirty="0" sz="2000" spc="-24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 b="0">
                <a:solidFill>
                  <a:srgbClr val="2B4A9D"/>
                </a:solidFill>
                <a:latin typeface="Arial Black"/>
                <a:cs typeface="Arial Black"/>
              </a:rPr>
              <a:t>helps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 b="0">
                <a:solidFill>
                  <a:srgbClr val="2B4A9D"/>
                </a:solidFill>
                <a:latin typeface="Arial Black"/>
                <a:cs typeface="Arial Black"/>
              </a:rPr>
              <a:t>to</a:t>
            </a:r>
            <a:r>
              <a:rPr dirty="0" sz="2000" spc="-24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 b="0">
                <a:solidFill>
                  <a:srgbClr val="2B4A9D"/>
                </a:solidFill>
                <a:latin typeface="Arial Black"/>
                <a:cs typeface="Arial Black"/>
              </a:rPr>
              <a:t>create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b="0">
                <a:solidFill>
                  <a:srgbClr val="2B4A9D"/>
                </a:solidFill>
                <a:latin typeface="Arial Black"/>
                <a:cs typeface="Arial Black"/>
              </a:rPr>
              <a:t>a</a:t>
            </a:r>
            <a:r>
              <a:rPr dirty="0" sz="2000" spc="-24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0" b="0">
                <a:solidFill>
                  <a:srgbClr val="2B4A9D"/>
                </a:solidFill>
                <a:latin typeface="Arial Black"/>
                <a:cs typeface="Arial Black"/>
              </a:rPr>
              <a:t>cleaner,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0" b="0">
                <a:solidFill>
                  <a:srgbClr val="2B4A9D"/>
                </a:solidFill>
                <a:latin typeface="Arial Black"/>
                <a:cs typeface="Arial Black"/>
              </a:rPr>
              <a:t>safer,</a:t>
            </a:r>
            <a:r>
              <a:rPr dirty="0" sz="2000" spc="-24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0" b="0">
                <a:solidFill>
                  <a:srgbClr val="2B4A9D"/>
                </a:solidFill>
                <a:latin typeface="Arial Black"/>
                <a:cs typeface="Arial Black"/>
              </a:rPr>
              <a:t>more</a:t>
            </a:r>
            <a:r>
              <a:rPr dirty="0" sz="2000" spc="-250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 b="0">
                <a:solidFill>
                  <a:srgbClr val="2B4A9D"/>
                </a:solidFill>
                <a:latin typeface="Arial Black"/>
                <a:cs typeface="Arial Black"/>
              </a:rPr>
              <a:t>hygienic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7619" y="2316036"/>
            <a:ext cx="9830435" cy="570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2B4A9D"/>
                </a:solidFill>
                <a:latin typeface="Arial Black"/>
                <a:cs typeface="Arial Black"/>
              </a:rPr>
              <a:t>environment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dirty="0" sz="2000" spc="-22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enhanced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0">
                <a:solidFill>
                  <a:srgbClr val="2B4A9D"/>
                </a:solidFill>
                <a:latin typeface="Arial Black"/>
                <a:cs typeface="Arial Black"/>
              </a:rPr>
              <a:t>operational</a:t>
            </a:r>
            <a:r>
              <a:rPr dirty="0" sz="2000" spc="-22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0">
                <a:solidFill>
                  <a:srgbClr val="2B4A9D"/>
                </a:solidFill>
                <a:latin typeface="Arial Black"/>
                <a:cs typeface="Arial Black"/>
              </a:rPr>
              <a:t>efficiency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2B4A9D"/>
                </a:solidFill>
                <a:latin typeface="Arial Black"/>
                <a:cs typeface="Arial Black"/>
              </a:rPr>
              <a:t>while</a:t>
            </a:r>
            <a:r>
              <a:rPr dirty="0" sz="2000" spc="-22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B4A9D"/>
                </a:solidFill>
                <a:latin typeface="Arial Black"/>
                <a:cs typeface="Arial Black"/>
              </a:rPr>
              <a:t>reducing</a:t>
            </a:r>
            <a:endParaRPr sz="2000">
              <a:latin typeface="Arial Black"/>
              <a:cs typeface="Arial Black"/>
            </a:endParaRPr>
          </a:p>
          <a:p>
            <a:pPr algn="ctr" marL="78105" marR="70485">
              <a:lnSpc>
                <a:spcPct val="252000"/>
              </a:lnSpc>
            </a:pP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management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85">
                <a:solidFill>
                  <a:srgbClr val="2B4A9D"/>
                </a:solidFill>
                <a:latin typeface="Arial Black"/>
                <a:cs typeface="Arial Black"/>
              </a:rPr>
              <a:t>costs,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2B4A9D"/>
                </a:solidFill>
                <a:latin typeface="Arial Black"/>
                <a:cs typeface="Arial Black"/>
              </a:rPr>
              <a:t>resources,</a:t>
            </a:r>
            <a:r>
              <a:rPr dirty="0" sz="2000" spc="-21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road-side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emissions.</a:t>
            </a:r>
            <a:r>
              <a:rPr dirty="0" sz="2000" spc="-21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10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dirty="0" sz="2000" spc="-21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90">
                <a:solidFill>
                  <a:srgbClr val="2B4A9D"/>
                </a:solidFill>
                <a:latin typeface="Arial Black"/>
                <a:cs typeface="Arial Black"/>
              </a:rPr>
              <a:t>Bin</a:t>
            </a:r>
            <a:r>
              <a:rPr dirty="0" sz="2000" spc="-21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2B4A9D"/>
                </a:solidFill>
                <a:latin typeface="Arial Black"/>
                <a:cs typeface="Arial Black"/>
              </a:rPr>
              <a:t>is </a:t>
            </a:r>
            <a:r>
              <a:rPr dirty="0" sz="2000" spc="-40">
                <a:solidFill>
                  <a:srgbClr val="2B4A9D"/>
                </a:solidFill>
                <a:latin typeface="Arial Black"/>
                <a:cs typeface="Arial Black"/>
              </a:rPr>
              <a:t>ideal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0">
                <a:solidFill>
                  <a:srgbClr val="2B4A9D"/>
                </a:solidFill>
                <a:latin typeface="Arial Black"/>
                <a:cs typeface="Arial Black"/>
              </a:rPr>
              <a:t>for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busy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2B4A9D"/>
                </a:solidFill>
                <a:latin typeface="Arial Black"/>
                <a:cs typeface="Arial Black"/>
              </a:rPr>
              <a:t>locations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5">
                <a:solidFill>
                  <a:srgbClr val="2B4A9D"/>
                </a:solidFill>
                <a:latin typeface="Arial Black"/>
                <a:cs typeface="Arial Black"/>
              </a:rPr>
              <a:t>such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5">
                <a:solidFill>
                  <a:srgbClr val="2B4A9D"/>
                </a:solidFill>
                <a:latin typeface="Arial Black"/>
                <a:cs typeface="Arial Black"/>
              </a:rPr>
              <a:t>as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campuses,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theme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0">
                <a:solidFill>
                  <a:srgbClr val="2B4A9D"/>
                </a:solidFill>
                <a:latin typeface="Arial Black"/>
                <a:cs typeface="Arial Black"/>
              </a:rPr>
              <a:t>parks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0">
                <a:solidFill>
                  <a:srgbClr val="2B4A9D"/>
                </a:solidFill>
                <a:latin typeface="Arial Black"/>
                <a:cs typeface="Arial Black"/>
              </a:rPr>
              <a:t>.</a:t>
            </a:r>
            <a:endParaRPr sz="2000">
              <a:latin typeface="Arial Black"/>
              <a:cs typeface="Arial Black"/>
            </a:endParaRPr>
          </a:p>
          <a:p>
            <a:pPr algn="ctr" marL="12700" marR="5080">
              <a:lnSpc>
                <a:spcPct val="252000"/>
              </a:lnSpc>
            </a:pPr>
            <a:r>
              <a:rPr dirty="0" sz="2000" spc="-165">
                <a:solidFill>
                  <a:srgbClr val="2B4A9D"/>
                </a:solidFill>
                <a:latin typeface="Arial Black"/>
                <a:cs typeface="Arial Black"/>
              </a:rPr>
              <a:t>COMPONENTS</a:t>
            </a:r>
            <a:r>
              <a:rPr dirty="0" sz="2000" spc="-23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75">
                <a:solidFill>
                  <a:srgbClr val="2B4A9D"/>
                </a:solidFill>
                <a:latin typeface="Arial Black"/>
                <a:cs typeface="Arial Black"/>
              </a:rPr>
              <a:t>:ARDUINO-</a:t>
            </a:r>
            <a:r>
              <a:rPr dirty="0" sz="2000" spc="-50">
                <a:solidFill>
                  <a:srgbClr val="2B4A9D"/>
                </a:solidFill>
                <a:latin typeface="Arial Black"/>
                <a:cs typeface="Arial Black"/>
              </a:rPr>
              <a:t>ide,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70">
                <a:solidFill>
                  <a:srgbClr val="2B4A9D"/>
                </a:solidFill>
                <a:latin typeface="Arial Black"/>
                <a:cs typeface="Arial Black"/>
              </a:rPr>
              <a:t>Servo</a:t>
            </a:r>
            <a:r>
              <a:rPr dirty="0" sz="2000" spc="-23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Motor,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5">
                <a:solidFill>
                  <a:srgbClr val="2B4A9D"/>
                </a:solidFill>
                <a:latin typeface="Arial Black"/>
                <a:cs typeface="Arial Black"/>
              </a:rPr>
              <a:t>Power</a:t>
            </a:r>
            <a:r>
              <a:rPr dirty="0" sz="2000" spc="-23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supply</a:t>
            </a:r>
            <a:r>
              <a:rPr dirty="0" sz="2000" spc="-229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,connecting</a:t>
            </a:r>
            <a:r>
              <a:rPr dirty="0" sz="2000" spc="-23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B4A9D"/>
                </a:solidFill>
                <a:latin typeface="Arial Black"/>
                <a:cs typeface="Arial Black"/>
              </a:rPr>
              <a:t>wires, </a:t>
            </a:r>
            <a:r>
              <a:rPr dirty="0" sz="2000" spc="-2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75">
                <a:solidFill>
                  <a:srgbClr val="2B4A9D"/>
                </a:solidFill>
                <a:latin typeface="Arial Black"/>
                <a:cs typeface="Arial Black"/>
              </a:rPr>
              <a:t>.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14">
                <a:solidFill>
                  <a:srgbClr val="2B4A9D"/>
                </a:solidFill>
                <a:latin typeface="Arial Black"/>
                <a:cs typeface="Arial Black"/>
              </a:rPr>
              <a:t>These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components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5">
                <a:solidFill>
                  <a:srgbClr val="2B4A9D"/>
                </a:solidFill>
                <a:latin typeface="Arial Black"/>
                <a:cs typeface="Arial Black"/>
              </a:rPr>
              <a:t>help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B4A9D"/>
                </a:solidFill>
                <a:latin typeface="Arial Black"/>
                <a:cs typeface="Arial Black"/>
              </a:rPr>
              <a:t>in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0">
                <a:solidFill>
                  <a:srgbClr val="2B4A9D"/>
                </a:solidFill>
                <a:latin typeface="Arial Black"/>
                <a:cs typeface="Arial Black"/>
              </a:rPr>
              <a:t>opening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0">
                <a:solidFill>
                  <a:srgbClr val="2B4A9D"/>
                </a:solidFill>
                <a:latin typeface="Arial Black"/>
                <a:cs typeface="Arial Black"/>
              </a:rPr>
              <a:t>lid,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on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2B4A9D"/>
                </a:solidFill>
                <a:latin typeface="Arial Black"/>
                <a:cs typeface="Arial Black"/>
              </a:rPr>
              <a:t>detection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2B4A9D"/>
                </a:solidFill>
                <a:latin typeface="Arial Black"/>
                <a:cs typeface="Arial Black"/>
              </a:rPr>
              <a:t>any </a:t>
            </a:r>
            <a:r>
              <a:rPr dirty="0" sz="2000" spc="-75">
                <a:solidFill>
                  <a:srgbClr val="2B4A9D"/>
                </a:solidFill>
                <a:latin typeface="Arial Black"/>
                <a:cs typeface="Arial Black"/>
              </a:rPr>
              <a:t>object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and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also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0">
                <a:solidFill>
                  <a:srgbClr val="2B4A9D"/>
                </a:solidFill>
                <a:latin typeface="Arial Black"/>
                <a:cs typeface="Arial Black"/>
              </a:rPr>
              <a:t>sending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0">
                <a:solidFill>
                  <a:srgbClr val="2B4A9D"/>
                </a:solidFill>
                <a:latin typeface="Arial Black"/>
                <a:cs typeface="Arial Black"/>
              </a:rPr>
              <a:t>notification</a:t>
            </a:r>
            <a:r>
              <a:rPr dirty="0" sz="2000" spc="-25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B4A9D"/>
                </a:solidFill>
                <a:latin typeface="Arial Black"/>
                <a:cs typeface="Arial Black"/>
              </a:rPr>
              <a:t>in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form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dirty="0" sz="2000" spc="-254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2B4A9D"/>
                </a:solidFill>
                <a:latin typeface="Arial Black"/>
                <a:cs typeface="Arial Black"/>
              </a:rPr>
              <a:t>LED.</a:t>
            </a:r>
            <a:endParaRPr sz="2000">
              <a:latin typeface="Arial Black"/>
              <a:cs typeface="Arial Black"/>
            </a:endParaRPr>
          </a:p>
          <a:p>
            <a:pPr algn="ctr" marL="566420" marR="559435">
              <a:lnSpc>
                <a:spcPct val="252000"/>
              </a:lnSpc>
            </a:pPr>
            <a:r>
              <a:rPr dirty="0" sz="2000">
                <a:solidFill>
                  <a:srgbClr val="2B4A9D"/>
                </a:solidFill>
                <a:latin typeface="Arial Black"/>
                <a:cs typeface="Arial Black"/>
              </a:rPr>
              <a:t>-</a:t>
            </a:r>
            <a:r>
              <a:rPr dirty="0" sz="2000" spc="65">
                <a:solidFill>
                  <a:srgbClr val="2B4A9D"/>
                </a:solidFill>
                <a:latin typeface="Arial Black"/>
                <a:cs typeface="Arial Black"/>
              </a:rPr>
              <a:t>Smart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5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75">
                <a:solidFill>
                  <a:srgbClr val="2B4A9D"/>
                </a:solidFill>
                <a:latin typeface="Arial Black"/>
                <a:cs typeface="Arial Black"/>
              </a:rPr>
              <a:t>works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2B4A9D"/>
                </a:solidFill>
                <a:latin typeface="Arial Black"/>
                <a:cs typeface="Arial Black"/>
              </a:rPr>
              <a:t>on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2B4A9D"/>
                </a:solidFill>
                <a:latin typeface="Arial Black"/>
                <a:cs typeface="Arial Black"/>
              </a:rPr>
              <a:t>the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40">
                <a:solidFill>
                  <a:srgbClr val="2B4A9D"/>
                </a:solidFill>
                <a:latin typeface="Arial Black"/>
                <a:cs typeface="Arial Black"/>
              </a:rPr>
              <a:t>principle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dirty="0" sz="2000" spc="-24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75">
                <a:solidFill>
                  <a:srgbClr val="2B4A9D"/>
                </a:solidFill>
                <a:latin typeface="Arial Black"/>
                <a:cs typeface="Arial Black"/>
              </a:rPr>
              <a:t>object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65">
                <a:solidFill>
                  <a:srgbClr val="2B4A9D"/>
                </a:solidFill>
                <a:latin typeface="Arial Black"/>
                <a:cs typeface="Arial Black"/>
              </a:rPr>
              <a:t>detection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2B4A9D"/>
                </a:solidFill>
                <a:latin typeface="Arial Black"/>
                <a:cs typeface="Arial Black"/>
              </a:rPr>
              <a:t>using</a:t>
            </a:r>
            <a:r>
              <a:rPr dirty="0" sz="2000" spc="-245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2B4A9D"/>
                </a:solidFill>
                <a:latin typeface="Arial Black"/>
                <a:cs typeface="Arial Black"/>
              </a:rPr>
              <a:t>an </a:t>
            </a:r>
            <a:r>
              <a:rPr dirty="0" sz="2000" spc="-40">
                <a:solidFill>
                  <a:srgbClr val="2B4A9D"/>
                </a:solidFill>
                <a:latin typeface="Arial Black"/>
                <a:cs typeface="Arial Black"/>
              </a:rPr>
              <a:t>ultrasonic</a:t>
            </a:r>
            <a:r>
              <a:rPr dirty="0" sz="2000" spc="-22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2B4A9D"/>
                </a:solidFill>
                <a:latin typeface="Arial Black"/>
                <a:cs typeface="Arial Black"/>
              </a:rPr>
              <a:t>sensor.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39" y="-179"/>
            <a:ext cx="18134965" cy="10134600"/>
            <a:chOff x="539" y="-179"/>
            <a:chExt cx="18134965" cy="10134600"/>
          </a:xfrm>
        </p:grpSpPr>
        <p:sp>
          <p:nvSpPr>
            <p:cNvPr id="10" name="object 10" descr=""/>
            <p:cNvSpPr/>
            <p:nvPr/>
          </p:nvSpPr>
          <p:spPr>
            <a:xfrm>
              <a:off x="539" y="-179"/>
              <a:ext cx="1633220" cy="1635760"/>
            </a:xfrm>
            <a:custGeom>
              <a:avLst/>
              <a:gdLst/>
              <a:ahLst/>
              <a:cxnLst/>
              <a:rect l="l" t="t" r="r" b="b"/>
              <a:pathLst>
                <a:path w="1633220" h="1635760">
                  <a:moveTo>
                    <a:pt x="0" y="1635479"/>
                  </a:moveTo>
                  <a:lnTo>
                    <a:pt x="0" y="0"/>
                  </a:lnTo>
                  <a:lnTo>
                    <a:pt x="1632959" y="0"/>
                  </a:lnTo>
                  <a:lnTo>
                    <a:pt x="0" y="163547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8279" y="9647279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560" y="0"/>
            <a:ext cx="4597199" cy="18784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07520" y="390600"/>
            <a:ext cx="2076479" cy="127583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94480" y="0"/>
            <a:ext cx="3837599" cy="166643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49840" y="0"/>
            <a:ext cx="5357519" cy="1832039"/>
          </a:xfrm>
          <a:prstGeom prst="rect">
            <a:avLst/>
          </a:prstGeom>
        </p:spPr>
      </p:pic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900362" y="2143442"/>
          <a:ext cx="15892144" cy="7842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9080"/>
                <a:gridCol w="7879080"/>
              </a:tblGrid>
              <a:tr h="242697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5600" spc="-3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5600" spc="-31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600" spc="-10">
                          <a:solidFill>
                            <a:srgbClr val="2B4B82"/>
                          </a:solidFill>
                          <a:latin typeface="Arial MT"/>
                          <a:cs typeface="Arial MT"/>
                        </a:rPr>
                        <a:t>Areas</a:t>
                      </a:r>
                      <a:endParaRPr sz="5600">
                        <a:latin typeface="Arial MT"/>
                        <a:cs typeface="Arial MT"/>
                      </a:endParaRPr>
                    </a:p>
                  </a:txBody>
                  <a:tcPr marL="0" marR="0" marB="0" marT="9525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</a:tr>
              <a:tr h="5415915">
                <a:tc>
                  <a:txBody>
                    <a:bodyPr/>
                    <a:lstStyle/>
                    <a:p>
                      <a:pPr marL="85725" marR="71691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Bins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help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cleaner,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safer,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hygienic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enhanced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efficiency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while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reducing management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costs,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resources.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algn="just" marL="85725" marR="194310">
                        <a:lnSpc>
                          <a:spcPct val="100000"/>
                        </a:lnSpc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SMARTER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BIN,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SMARTER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CITY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:Managing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waste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smarter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manner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hugely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important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quality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our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daily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lives,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pioneer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innovative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city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solutions,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is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contributing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improving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inefficient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waste</a:t>
                      </a:r>
                      <a:r>
                        <a:rPr dirty="0" sz="2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2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with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Bins.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algn="just" marL="85725">
                        <a:lnSpc>
                          <a:spcPct val="100000"/>
                        </a:lnSpc>
                      </a:pPr>
                      <a:r>
                        <a:rPr dirty="0" sz="2400" spc="-20">
                          <a:latin typeface="Calibri"/>
                          <a:cs typeface="Calibri"/>
                        </a:rPr>
                        <a:t>--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INNOVATIONS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MAKING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LIVES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BETTER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marL="85725" marR="433070">
                        <a:lnSpc>
                          <a:spcPct val="100000"/>
                        </a:lnSpc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smarter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waste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just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one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area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that Guardforce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working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make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lives,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better,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safer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2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convenient.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57150">
                      <a:solidFill>
                        <a:srgbClr val="FDFDFD"/>
                      </a:solidFill>
                      <a:prstDash val="solid"/>
                    </a:lnL>
                    <a:lnR w="57150">
                      <a:solidFill>
                        <a:srgbClr val="FDFDFD"/>
                      </a:solidFill>
                      <a:prstDash val="solid"/>
                    </a:lnR>
                    <a:lnT w="57150">
                      <a:solidFill>
                        <a:srgbClr val="FDFDFD"/>
                      </a:solidFill>
                      <a:prstDash val="solid"/>
                    </a:lnT>
                    <a:lnB w="57150">
                      <a:solidFill>
                        <a:srgbClr val="FDFDF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3821" y="3809876"/>
            <a:ext cx="11163935" cy="2324735"/>
          </a:xfrm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93040" marR="5080" indent="-180975">
              <a:lnSpc>
                <a:spcPct val="105800"/>
              </a:lnSpc>
              <a:spcBef>
                <a:spcPts val="285"/>
              </a:spcBef>
            </a:pPr>
            <a:r>
              <a:rPr dirty="0" sz="6000" spc="-690" b="0">
                <a:solidFill>
                  <a:srgbClr val="FF5757"/>
                </a:solidFill>
                <a:latin typeface="Arial MT"/>
                <a:cs typeface="Arial MT"/>
              </a:rPr>
              <a:t>T</a:t>
            </a:r>
            <a:r>
              <a:rPr dirty="0" sz="6000" spc="-25" b="0">
                <a:solidFill>
                  <a:srgbClr val="FF5757"/>
                </a:solidFill>
                <a:latin typeface="Arial MT"/>
                <a:cs typeface="Arial MT"/>
              </a:rPr>
              <a:t>ools</a:t>
            </a:r>
            <a:r>
              <a:rPr dirty="0" sz="8000" spc="-30" b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dirty="0" sz="8000" spc="-10" b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dirty="0" sz="6000" spc="-700" b="0">
                <a:solidFill>
                  <a:srgbClr val="FF5757"/>
                </a:solidFill>
                <a:latin typeface="Arial MT"/>
                <a:cs typeface="Arial MT"/>
              </a:rPr>
              <a:t>T</a:t>
            </a:r>
            <a:r>
              <a:rPr dirty="0" sz="6000" spc="-35" b="0">
                <a:solidFill>
                  <a:srgbClr val="FF5757"/>
                </a:solidFill>
                <a:latin typeface="Arial MT"/>
                <a:cs typeface="Arial MT"/>
              </a:rPr>
              <a:t>echnology-</a:t>
            </a:r>
            <a:r>
              <a:rPr dirty="0" sz="6000" spc="-20" b="0">
                <a:solidFill>
                  <a:srgbClr val="FF5757"/>
                </a:solidFill>
                <a:latin typeface="Arial MT"/>
                <a:cs typeface="Arial MT"/>
              </a:rPr>
              <a:t>-</a:t>
            </a:r>
            <a:r>
              <a:rPr dirty="0" sz="6000" spc="-10" b="0">
                <a:solidFill>
                  <a:srgbClr val="FF5757"/>
                </a:solidFill>
                <a:latin typeface="Arial MT"/>
                <a:cs typeface="Arial MT"/>
              </a:rPr>
              <a:t>Components </a:t>
            </a:r>
            <a:r>
              <a:rPr dirty="0" sz="6000" spc="-20" b="0">
                <a:solidFill>
                  <a:srgbClr val="FF5757"/>
                </a:solidFill>
                <a:latin typeface="Arial MT"/>
                <a:cs typeface="Arial MT"/>
              </a:rPr>
              <a:t>Used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5708239" y="8639"/>
            <a:ext cx="2580005" cy="10278745"/>
            <a:chOff x="15708239" y="8639"/>
            <a:chExt cx="2580005" cy="10278745"/>
          </a:xfrm>
        </p:grpSpPr>
        <p:sp>
          <p:nvSpPr>
            <p:cNvPr id="4" name="object 4" descr=""/>
            <p:cNvSpPr/>
            <p:nvPr/>
          </p:nvSpPr>
          <p:spPr>
            <a:xfrm>
              <a:off x="15708239" y="8639"/>
              <a:ext cx="2580005" cy="10278745"/>
            </a:xfrm>
            <a:custGeom>
              <a:avLst/>
              <a:gdLst/>
              <a:ahLst/>
              <a:cxnLst/>
              <a:rect l="l" t="t" r="r" b="b"/>
              <a:pathLst>
                <a:path w="2580005" h="10278745">
                  <a:moveTo>
                    <a:pt x="0" y="10278359"/>
                  </a:moveTo>
                  <a:lnTo>
                    <a:pt x="0" y="0"/>
                  </a:lnTo>
                  <a:lnTo>
                    <a:pt x="2579760" y="0"/>
                  </a:lnTo>
                  <a:lnTo>
                    <a:pt x="2579760" y="10278359"/>
                  </a:lnTo>
                  <a:lnTo>
                    <a:pt x="0" y="1027835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96600" y="2538720"/>
              <a:ext cx="2291399" cy="357011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4062243" y="917923"/>
            <a:ext cx="4225925" cy="8451850"/>
          </a:xfrm>
          <a:custGeom>
            <a:avLst/>
            <a:gdLst/>
            <a:ahLst/>
            <a:cxnLst/>
            <a:rect l="l" t="t" r="r" b="b"/>
            <a:pathLst>
              <a:path w="4225925" h="8451850">
                <a:moveTo>
                  <a:pt x="4225756" y="8451514"/>
                </a:moveTo>
                <a:lnTo>
                  <a:pt x="0" y="4225756"/>
                </a:lnTo>
                <a:lnTo>
                  <a:pt x="4225756" y="0"/>
                </a:lnTo>
                <a:lnTo>
                  <a:pt x="4225756" y="8451514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56950" y="3700949"/>
            <a:ext cx="9411970" cy="110680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135"/>
              </a:spcBef>
            </a:pPr>
            <a:r>
              <a:rPr dirty="0" sz="2650" spc="-10"/>
              <a:t>TOOLS:</a:t>
            </a:r>
            <a:endParaRPr sz="2650"/>
          </a:p>
          <a:p>
            <a:pPr algn="ctr" marL="12065" marR="5080">
              <a:lnSpc>
                <a:spcPct val="100000"/>
              </a:lnSpc>
              <a:spcBef>
                <a:spcPts val="20"/>
              </a:spcBef>
              <a:tabLst>
                <a:tab pos="5179060" algn="l"/>
                <a:tab pos="7838440" algn="l"/>
              </a:tabLst>
            </a:pPr>
            <a:r>
              <a:rPr dirty="0" sz="2200"/>
              <a:t>Dustbin,</a:t>
            </a:r>
            <a:r>
              <a:rPr dirty="0" sz="2200" spc="165"/>
              <a:t> </a:t>
            </a:r>
            <a:r>
              <a:rPr dirty="0" sz="2200"/>
              <a:t>ARDUINO-IDE,</a:t>
            </a:r>
            <a:r>
              <a:rPr dirty="0" sz="2200" spc="170"/>
              <a:t> </a:t>
            </a:r>
            <a:r>
              <a:rPr dirty="0" sz="2200"/>
              <a:t>Servo</a:t>
            </a:r>
            <a:r>
              <a:rPr dirty="0" sz="2200" spc="170"/>
              <a:t> </a:t>
            </a:r>
            <a:r>
              <a:rPr dirty="0" sz="2200" spc="-10"/>
              <a:t>Motor,</a:t>
            </a:r>
            <a:r>
              <a:rPr dirty="0" sz="2200"/>
              <a:t>	Ultrasonic</a:t>
            </a:r>
            <a:r>
              <a:rPr dirty="0" sz="2200" spc="125"/>
              <a:t> </a:t>
            </a:r>
            <a:r>
              <a:rPr dirty="0" sz="2200" spc="-10"/>
              <a:t>Sensor,</a:t>
            </a:r>
            <a:r>
              <a:rPr dirty="0" sz="2200"/>
              <a:t>	</a:t>
            </a:r>
            <a:r>
              <a:rPr dirty="0" sz="2200" spc="-10"/>
              <a:t>Connecting wires.</a:t>
            </a:r>
            <a:endParaRPr sz="2200"/>
          </a:p>
        </p:txBody>
      </p:sp>
      <p:sp>
        <p:nvSpPr>
          <p:cNvPr id="16" name="object 16" descr=""/>
          <p:cNvSpPr txBox="1"/>
          <p:nvPr/>
        </p:nvSpPr>
        <p:spPr>
          <a:xfrm>
            <a:off x="3191724" y="5114002"/>
            <a:ext cx="7347584" cy="1776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35"/>
              </a:spcBef>
            </a:pPr>
            <a:r>
              <a:rPr dirty="0" sz="2650" b="1">
                <a:latin typeface="Arial"/>
                <a:cs typeface="Arial"/>
              </a:rPr>
              <a:t>TOOLS</a:t>
            </a:r>
            <a:r>
              <a:rPr dirty="0" sz="2650" spc="120" b="1">
                <a:latin typeface="Arial"/>
                <a:cs typeface="Arial"/>
              </a:rPr>
              <a:t> </a:t>
            </a:r>
            <a:r>
              <a:rPr dirty="0" sz="2650" spc="60" b="1">
                <a:latin typeface="Arial"/>
                <a:cs typeface="Arial"/>
              </a:rPr>
              <a:t>FUNCTIONING</a:t>
            </a:r>
            <a:r>
              <a:rPr dirty="0" sz="2200" spc="60" b="1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algn="ctr" marL="635">
              <a:lnSpc>
                <a:spcPts val="2640"/>
              </a:lnSpc>
              <a:spcBef>
                <a:spcPts val="20"/>
              </a:spcBef>
            </a:pPr>
            <a:r>
              <a:rPr dirty="0" sz="2200" spc="-10" b="1">
                <a:latin typeface="Arial"/>
                <a:cs typeface="Arial"/>
              </a:rPr>
              <a:t>-</a:t>
            </a:r>
            <a:r>
              <a:rPr dirty="0" sz="2200" b="1">
                <a:latin typeface="Arial"/>
                <a:cs typeface="Arial"/>
              </a:rPr>
              <a:t>-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Ultrasonic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sensor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to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spc="50" b="1">
                <a:latin typeface="Arial"/>
                <a:cs typeface="Arial"/>
              </a:rPr>
              <a:t>detect</a:t>
            </a:r>
            <a:r>
              <a:rPr dirty="0" sz="2200" spc="7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human</a:t>
            </a:r>
            <a:r>
              <a:rPr dirty="0" sz="2200" spc="6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sense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35"/>
              </a:lnSpc>
            </a:pPr>
            <a:r>
              <a:rPr dirty="0" sz="2200" b="1">
                <a:latin typeface="Arial"/>
                <a:cs typeface="Arial"/>
              </a:rPr>
              <a:t>--Servo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Motor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helps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in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opening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lid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28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dustbin.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35"/>
              </a:lnSpc>
            </a:pPr>
            <a:r>
              <a:rPr dirty="0" sz="2200" b="1">
                <a:latin typeface="Arial"/>
                <a:cs typeface="Arial"/>
              </a:rPr>
              <a:t>--ARDUINO</a:t>
            </a:r>
            <a:r>
              <a:rPr dirty="0" sz="2200" spc="7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developing</a:t>
            </a:r>
            <a:r>
              <a:rPr dirty="0" sz="2200" spc="7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board</a:t>
            </a:r>
            <a:r>
              <a:rPr dirty="0" sz="2200" spc="7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to</a:t>
            </a:r>
            <a:r>
              <a:rPr dirty="0" sz="2200" spc="7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do</a:t>
            </a:r>
            <a:r>
              <a:rPr dirty="0" sz="2200" spc="7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all</a:t>
            </a:r>
            <a:r>
              <a:rPr dirty="0" sz="2200" spc="7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7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processing.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40"/>
              </a:lnSpc>
              <a:tabLst>
                <a:tab pos="3491865" algn="l"/>
              </a:tabLst>
            </a:pPr>
            <a:r>
              <a:rPr dirty="0" sz="2200" spc="-10" b="1">
                <a:latin typeface="Arial"/>
                <a:cs typeface="Arial"/>
              </a:rPr>
              <a:t>--</a:t>
            </a:r>
            <a:r>
              <a:rPr dirty="0" sz="2200" b="1">
                <a:latin typeface="Arial"/>
                <a:cs typeface="Arial"/>
              </a:rPr>
              <a:t>Software</a:t>
            </a:r>
            <a:r>
              <a:rPr dirty="0" sz="2200" spc="135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for</a:t>
            </a:r>
            <a:r>
              <a:rPr dirty="0" sz="2200" spc="13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simulation</a:t>
            </a:r>
            <a:r>
              <a:rPr dirty="0" sz="2200" b="1">
                <a:latin typeface="Arial"/>
                <a:cs typeface="Arial"/>
              </a:rPr>
              <a:t>	is</a:t>
            </a:r>
            <a:r>
              <a:rPr dirty="0" sz="2200" spc="150" b="1">
                <a:latin typeface="Arial"/>
                <a:cs typeface="Arial"/>
              </a:rPr>
              <a:t> </a:t>
            </a:r>
            <a:r>
              <a:rPr dirty="0" sz="2200" b="1">
                <a:latin typeface="Arial"/>
                <a:cs typeface="Arial"/>
              </a:rPr>
              <a:t>ARDUINO-</a:t>
            </a:r>
            <a:r>
              <a:rPr dirty="0" sz="2200" spc="-25" b="1">
                <a:latin typeface="Arial"/>
                <a:cs typeface="Arial"/>
              </a:rPr>
              <a:t>IDE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961997" y="917923"/>
            <a:ext cx="15326360" cy="8451850"/>
            <a:chOff x="2961997" y="917923"/>
            <a:chExt cx="15326360" cy="8451850"/>
          </a:xfrm>
        </p:grpSpPr>
        <p:sp>
          <p:nvSpPr>
            <p:cNvPr id="15" name="object 15" descr=""/>
            <p:cNvSpPr/>
            <p:nvPr/>
          </p:nvSpPr>
          <p:spPr>
            <a:xfrm>
              <a:off x="2966759" y="1974239"/>
              <a:ext cx="10248265" cy="1867535"/>
            </a:xfrm>
            <a:custGeom>
              <a:avLst/>
              <a:gdLst/>
              <a:ahLst/>
              <a:cxnLst/>
              <a:rect l="l" t="t" r="r" b="b"/>
              <a:pathLst>
                <a:path w="10248265" h="1867535">
                  <a:moveTo>
                    <a:pt x="0" y="0"/>
                  </a:moveTo>
                  <a:lnTo>
                    <a:pt x="10248119" y="0"/>
                  </a:lnTo>
                  <a:lnTo>
                    <a:pt x="10248119" y="1867319"/>
                  </a:lnTo>
                  <a:lnTo>
                    <a:pt x="0" y="186731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062243" y="917923"/>
              <a:ext cx="4225925" cy="8451850"/>
            </a:xfrm>
            <a:custGeom>
              <a:avLst/>
              <a:gdLst/>
              <a:ahLst/>
              <a:cxnLst/>
              <a:rect l="l" t="t" r="r" b="b"/>
              <a:pathLst>
                <a:path w="4225925" h="8451850">
                  <a:moveTo>
                    <a:pt x="4225756" y="8451514"/>
                  </a:moveTo>
                  <a:lnTo>
                    <a:pt x="0" y="4225756"/>
                  </a:lnTo>
                  <a:lnTo>
                    <a:pt x="4225756" y="0"/>
                  </a:lnTo>
                  <a:lnTo>
                    <a:pt x="4225756" y="845151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2229065" y="1483557"/>
            <a:ext cx="9811385" cy="6880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1967230" indent="-267970">
              <a:lnSpc>
                <a:spcPct val="121500"/>
              </a:lnSpc>
              <a:spcBef>
                <a:spcPts val="9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3900">
                <a:solidFill>
                  <a:srgbClr val="7030A0"/>
                </a:solidFill>
                <a:latin typeface="Calibri"/>
                <a:cs typeface="Calibri"/>
              </a:rPr>
              <a:t>TECHNOLOGY</a:t>
            </a:r>
            <a:r>
              <a:rPr dirty="0" sz="3900" spc="3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7030A0"/>
                </a:solidFill>
                <a:latin typeface="Calibri"/>
                <a:cs typeface="Calibri"/>
              </a:rPr>
              <a:t>USED</a:t>
            </a:r>
            <a:r>
              <a:rPr dirty="0" sz="3900" spc="3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z="3900">
                <a:solidFill>
                  <a:srgbClr val="7030A0"/>
                </a:solidFill>
                <a:latin typeface="Calibri"/>
                <a:cs typeface="Calibri"/>
              </a:rPr>
              <a:t>AND</a:t>
            </a:r>
            <a:r>
              <a:rPr dirty="0" sz="3900" spc="3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dirty="0" sz="3900" spc="-45">
                <a:solidFill>
                  <a:srgbClr val="7030A0"/>
                </a:solidFill>
                <a:latin typeface="Calibri"/>
                <a:cs typeface="Calibri"/>
              </a:rPr>
              <a:t>FEATURES-</a:t>
            </a:r>
            <a:r>
              <a:rPr dirty="0" sz="3900" spc="-50">
                <a:solidFill>
                  <a:srgbClr val="7030A0"/>
                </a:solidFill>
                <a:latin typeface="Calibri"/>
                <a:cs typeface="Calibri"/>
              </a:rPr>
              <a:t>- </a:t>
            </a:r>
            <a:r>
              <a:rPr dirty="0" sz="3900" spc="-50">
                <a:solidFill>
                  <a:srgbClr val="7030A0"/>
                </a:solidFill>
                <a:latin typeface="Calibri"/>
                <a:cs typeface="Calibri"/>
              </a:rPr>
              <a:t>	</a:t>
            </a:r>
            <a:r>
              <a:rPr dirty="0" sz="3900" spc="-30">
                <a:solidFill>
                  <a:srgbClr val="7030A0"/>
                </a:solidFill>
                <a:latin typeface="Calibri"/>
                <a:cs typeface="Calibri"/>
              </a:rPr>
              <a:t>WOKWI—</a:t>
            </a:r>
            <a:r>
              <a:rPr dirty="0" sz="3900" spc="-10">
                <a:solidFill>
                  <a:srgbClr val="7030A0"/>
                </a:solidFill>
                <a:latin typeface="Calibri"/>
                <a:cs typeface="Calibri"/>
              </a:rPr>
              <a:t>SIMULATOR</a:t>
            </a:r>
            <a:endParaRPr sz="3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WOKWI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IA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AN</a:t>
            </a:r>
            <a:r>
              <a:rPr dirty="0" sz="2950" spc="-4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ONLINE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ELECTRONICS</a:t>
            </a:r>
            <a:r>
              <a:rPr dirty="0" sz="2950" spc="-45">
                <a:solidFill>
                  <a:srgbClr val="1F497D"/>
                </a:solidFill>
                <a:latin typeface="Calibri"/>
                <a:cs typeface="Calibri"/>
              </a:rPr>
              <a:t> SIMULATOR.WE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USE</a:t>
            </a:r>
            <a:r>
              <a:rPr dirty="0" sz="2950" spc="2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1F497D"/>
                </a:solidFill>
                <a:latin typeface="Calibri"/>
                <a:cs typeface="Calibri"/>
              </a:rPr>
              <a:t>IT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TO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1F497D"/>
                </a:solidFill>
                <a:latin typeface="Calibri"/>
                <a:cs typeface="Calibri"/>
              </a:rPr>
              <a:t>SIMULATE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BOARDS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LIKE: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ARDUINO,ESP32,AND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ARDUINO </a:t>
            </a:r>
            <a:r>
              <a:rPr dirty="0" sz="2950" spc="-20">
                <a:solidFill>
                  <a:srgbClr val="1F497D"/>
                </a:solidFill>
                <a:latin typeface="Calibri"/>
                <a:cs typeface="Calibri"/>
              </a:rPr>
              <a:t>UNO.</a:t>
            </a:r>
            <a:endParaRPr sz="2950">
              <a:latin typeface="Calibri"/>
              <a:cs typeface="Calibri"/>
            </a:endParaRPr>
          </a:p>
          <a:p>
            <a:pPr marL="12700" marR="320040">
              <a:lnSpc>
                <a:spcPct val="100000"/>
              </a:lnSpc>
              <a:spcBef>
                <a:spcPts val="725"/>
              </a:spcBef>
            </a:pP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~We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simulate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projects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which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be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connected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to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internet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via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35">
                <a:solidFill>
                  <a:srgbClr val="1F497D"/>
                </a:solidFill>
                <a:latin typeface="Calibri"/>
                <a:cs typeface="Calibri"/>
              </a:rPr>
              <a:t>HTTP,NTP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and</a:t>
            </a:r>
            <a:r>
              <a:rPr dirty="0" sz="2950" spc="-4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other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protocols.</a:t>
            </a:r>
            <a:endParaRPr sz="2950">
              <a:latin typeface="Calibri"/>
              <a:cs typeface="Calibri"/>
            </a:endParaRPr>
          </a:p>
          <a:p>
            <a:pPr marL="12700" marR="1038860">
              <a:lnSpc>
                <a:spcPct val="100000"/>
              </a:lnSpc>
              <a:spcBef>
                <a:spcPts val="725"/>
              </a:spcBef>
            </a:pP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~Simulator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work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on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microcontroller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projects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from</a:t>
            </a:r>
            <a:r>
              <a:rPr dirty="0" sz="2950" spc="-6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1F497D"/>
                </a:solidFill>
                <a:latin typeface="Calibri"/>
                <a:cs typeface="Calibri"/>
              </a:rPr>
              <a:t>the </a:t>
            </a:r>
            <a:r>
              <a:rPr dirty="0" sz="2950" spc="-35">
                <a:solidFill>
                  <a:srgbClr val="1F497D"/>
                </a:solidFill>
                <a:latin typeface="Calibri"/>
                <a:cs typeface="Calibri"/>
              </a:rPr>
              <a:t>browser,</a:t>
            </a:r>
            <a:r>
              <a:rPr dirty="0" sz="2950" spc="-9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no</a:t>
            </a:r>
            <a:r>
              <a:rPr dirty="0" sz="2950" spc="-8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hardware</a:t>
            </a:r>
            <a:r>
              <a:rPr dirty="0" sz="2950" spc="-8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components</a:t>
            </a:r>
            <a:r>
              <a:rPr dirty="0" sz="2950" spc="-8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required.</a:t>
            </a:r>
            <a:endParaRPr sz="2950">
              <a:latin typeface="Calibri"/>
              <a:cs typeface="Calibri"/>
            </a:endParaRPr>
          </a:p>
          <a:p>
            <a:pPr marL="12700" marR="447040">
              <a:lnSpc>
                <a:spcPct val="100000"/>
              </a:lnSpc>
              <a:spcBef>
                <a:spcPts val="725"/>
              </a:spcBef>
            </a:pP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~Through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this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20">
                <a:solidFill>
                  <a:srgbClr val="1F497D"/>
                </a:solidFill>
                <a:latin typeface="Calibri"/>
                <a:cs typeface="Calibri"/>
              </a:rPr>
              <a:t>built-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visual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logic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analyser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we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can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capture</a:t>
            </a:r>
            <a:r>
              <a:rPr dirty="0" sz="2950" spc="-5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25">
                <a:solidFill>
                  <a:srgbClr val="1F497D"/>
                </a:solidFill>
                <a:latin typeface="Calibri"/>
                <a:cs typeface="Calibri"/>
              </a:rPr>
              <a:t>the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digital</a:t>
            </a:r>
            <a:r>
              <a:rPr dirty="0" sz="2950" spc="-5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signals</a:t>
            </a:r>
            <a:r>
              <a:rPr dirty="0" sz="2950" spc="-4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dirty="0" sz="2950" spc="-3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simulation.</a:t>
            </a:r>
            <a:endParaRPr sz="2950">
              <a:latin typeface="Calibri"/>
              <a:cs typeface="Calibri"/>
            </a:endParaRPr>
          </a:p>
          <a:p>
            <a:pPr marL="12700" marR="50800">
              <a:lnSpc>
                <a:spcPct val="100000"/>
              </a:lnSpc>
              <a:spcBef>
                <a:spcPts val="725"/>
              </a:spcBef>
            </a:pP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~Multiple</a:t>
            </a:r>
            <a:r>
              <a:rPr dirty="0" sz="2950" spc="-7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boards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,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motors,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sensors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and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many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more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are</a:t>
            </a:r>
            <a:r>
              <a:rPr dirty="0" sz="2950" spc="-65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available </a:t>
            </a:r>
            <a:r>
              <a:rPr dirty="0" sz="2950">
                <a:solidFill>
                  <a:srgbClr val="1F497D"/>
                </a:solidFill>
                <a:latin typeface="Calibri"/>
                <a:cs typeface="Calibri"/>
              </a:rPr>
              <a:t>in</a:t>
            </a:r>
            <a:r>
              <a:rPr dirty="0" sz="2950" spc="-10">
                <a:solidFill>
                  <a:srgbClr val="1F497D"/>
                </a:solidFill>
                <a:latin typeface="Calibri"/>
                <a:cs typeface="Calibri"/>
              </a:rPr>
              <a:t> simulator</a:t>
            </a:r>
            <a:endParaRPr sz="295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7920" y="2313720"/>
            <a:ext cx="5410079" cy="52678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76640" y="0"/>
            <a:ext cx="452755" cy="10287000"/>
          </a:xfrm>
          <a:custGeom>
            <a:avLst/>
            <a:gdLst/>
            <a:ahLst/>
            <a:cxnLst/>
            <a:rect l="l" t="t" r="r" b="b"/>
            <a:pathLst>
              <a:path w="452755" h="10287000">
                <a:moveTo>
                  <a:pt x="452159" y="10286639"/>
                </a:moveTo>
                <a:lnTo>
                  <a:pt x="0" y="10286639"/>
                </a:lnTo>
                <a:lnTo>
                  <a:pt x="0" y="0"/>
                </a:lnTo>
                <a:lnTo>
                  <a:pt x="452159" y="0"/>
                </a:lnTo>
                <a:lnTo>
                  <a:pt x="452159" y="1028663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1085450" y="0"/>
            <a:ext cx="7202805" cy="10287000"/>
            <a:chOff x="11085450" y="0"/>
            <a:chExt cx="720280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4025882" y="881202"/>
              <a:ext cx="4262120" cy="8524240"/>
            </a:xfrm>
            <a:custGeom>
              <a:avLst/>
              <a:gdLst/>
              <a:ahLst/>
              <a:cxnLst/>
              <a:rect l="l" t="t" r="r" b="b"/>
              <a:pathLst>
                <a:path w="4262119" h="8524240">
                  <a:moveTo>
                    <a:pt x="4262117" y="8524234"/>
                  </a:moveTo>
                  <a:lnTo>
                    <a:pt x="0" y="4262116"/>
                  </a:lnTo>
                  <a:lnTo>
                    <a:pt x="4262117" y="0"/>
                  </a:lnTo>
                  <a:lnTo>
                    <a:pt x="4262117" y="8524234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530343" y="1385123"/>
              <a:ext cx="3757929" cy="7515859"/>
            </a:xfrm>
            <a:custGeom>
              <a:avLst/>
              <a:gdLst/>
              <a:ahLst/>
              <a:cxnLst/>
              <a:rect l="l" t="t" r="r" b="b"/>
              <a:pathLst>
                <a:path w="3757930" h="7515859">
                  <a:moveTo>
                    <a:pt x="3757656" y="7515313"/>
                  </a:moveTo>
                  <a:lnTo>
                    <a:pt x="0" y="3757656"/>
                  </a:lnTo>
                  <a:lnTo>
                    <a:pt x="3757656" y="0"/>
                  </a:lnTo>
                  <a:lnTo>
                    <a:pt x="3757656" y="258132"/>
                  </a:lnTo>
                  <a:lnTo>
                    <a:pt x="260878" y="3754910"/>
                  </a:lnTo>
                  <a:lnTo>
                    <a:pt x="3757656" y="7251688"/>
                  </a:lnTo>
                  <a:lnTo>
                    <a:pt x="3757656" y="7515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085449" y="0"/>
              <a:ext cx="7042150" cy="10287000"/>
            </a:xfrm>
            <a:custGeom>
              <a:avLst/>
              <a:gdLst/>
              <a:ahLst/>
              <a:cxnLst/>
              <a:rect l="l" t="t" r="r" b="b"/>
              <a:pathLst>
                <a:path w="7042150" h="10287000">
                  <a:moveTo>
                    <a:pt x="7041299" y="0"/>
                  </a:moveTo>
                  <a:lnTo>
                    <a:pt x="6763639" y="0"/>
                  </a:lnTo>
                  <a:lnTo>
                    <a:pt x="3520821" y="3242830"/>
                  </a:lnTo>
                  <a:lnTo>
                    <a:pt x="278003" y="0"/>
                  </a:lnTo>
                  <a:lnTo>
                    <a:pt x="355" y="0"/>
                  </a:lnTo>
                  <a:lnTo>
                    <a:pt x="3520821" y="3520478"/>
                  </a:lnTo>
                  <a:lnTo>
                    <a:pt x="3798481" y="3242830"/>
                  </a:lnTo>
                  <a:lnTo>
                    <a:pt x="7041299" y="0"/>
                  </a:lnTo>
                  <a:close/>
                </a:path>
                <a:path w="7042150" h="10287000">
                  <a:moveTo>
                    <a:pt x="7041655" y="10287000"/>
                  </a:moveTo>
                  <a:lnTo>
                    <a:pt x="3792690" y="7038048"/>
                  </a:lnTo>
                  <a:lnTo>
                    <a:pt x="3520821" y="6766179"/>
                  </a:lnTo>
                  <a:lnTo>
                    <a:pt x="0" y="10287000"/>
                  </a:lnTo>
                  <a:lnTo>
                    <a:pt x="271856" y="10287000"/>
                  </a:lnTo>
                  <a:lnTo>
                    <a:pt x="3520821" y="7038048"/>
                  </a:lnTo>
                  <a:lnTo>
                    <a:pt x="6769786" y="10287000"/>
                  </a:lnTo>
                  <a:lnTo>
                    <a:pt x="7041655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877915" y="2272042"/>
              <a:ext cx="3963035" cy="5275580"/>
            </a:xfrm>
            <a:custGeom>
              <a:avLst/>
              <a:gdLst/>
              <a:ahLst/>
              <a:cxnLst/>
              <a:rect l="l" t="t" r="r" b="b"/>
              <a:pathLst>
                <a:path w="3963034" h="5275580">
                  <a:moveTo>
                    <a:pt x="3962514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0" y="5207000"/>
                  </a:lnTo>
                  <a:lnTo>
                    <a:pt x="0" y="5275580"/>
                  </a:lnTo>
                  <a:lnTo>
                    <a:pt x="3962514" y="5275580"/>
                  </a:lnTo>
                  <a:lnTo>
                    <a:pt x="3962514" y="5207000"/>
                  </a:lnTo>
                  <a:lnTo>
                    <a:pt x="68668" y="5207000"/>
                  </a:lnTo>
                  <a:lnTo>
                    <a:pt x="68668" y="68580"/>
                  </a:lnTo>
                  <a:lnTo>
                    <a:pt x="3893845" y="68580"/>
                  </a:lnTo>
                  <a:lnTo>
                    <a:pt x="3893845" y="5206682"/>
                  </a:lnTo>
                  <a:lnTo>
                    <a:pt x="3962514" y="5206682"/>
                  </a:lnTo>
                  <a:lnTo>
                    <a:pt x="3962514" y="68580"/>
                  </a:lnTo>
                  <a:lnTo>
                    <a:pt x="3962514" y="68237"/>
                  </a:lnTo>
                  <a:lnTo>
                    <a:pt x="3962514" y="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-179" y="252990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-179" y="49850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-179" y="743993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3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3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62250" y="26205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62250" y="507578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62250" y="753097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943639" y="1464119"/>
            <a:ext cx="10248265" cy="8823325"/>
          </a:xfrm>
          <a:custGeom>
            <a:avLst/>
            <a:gdLst/>
            <a:ahLst/>
            <a:cxnLst/>
            <a:rect l="l" t="t" r="r" b="b"/>
            <a:pathLst>
              <a:path w="10248265" h="8823325">
                <a:moveTo>
                  <a:pt x="0" y="8822879"/>
                </a:moveTo>
                <a:lnTo>
                  <a:pt x="0" y="0"/>
                </a:lnTo>
                <a:lnTo>
                  <a:pt x="10248119" y="0"/>
                </a:lnTo>
                <a:lnTo>
                  <a:pt x="10248119" y="8822879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50528" y="1429067"/>
            <a:ext cx="763587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385" b="0">
                <a:solidFill>
                  <a:srgbClr val="4F81BD"/>
                </a:solidFill>
                <a:latin typeface="Arial Black"/>
                <a:cs typeface="Arial Black"/>
              </a:rPr>
              <a:t>TECHNICAL</a:t>
            </a:r>
            <a:r>
              <a:rPr dirty="0" sz="4400" spc="-610" b="0">
                <a:solidFill>
                  <a:srgbClr val="4F81BD"/>
                </a:solidFill>
                <a:latin typeface="Arial Black"/>
                <a:cs typeface="Arial Black"/>
              </a:rPr>
              <a:t> </a:t>
            </a:r>
            <a:r>
              <a:rPr dirty="0" sz="4400" spc="-350" b="0">
                <a:solidFill>
                  <a:srgbClr val="4F81BD"/>
                </a:solidFill>
                <a:latin typeface="Arial Black"/>
                <a:cs typeface="Arial Black"/>
              </a:rPr>
              <a:t>COMPONENTS</a:t>
            </a:r>
            <a:r>
              <a:rPr dirty="0" sz="4400" spc="-610" b="0">
                <a:solidFill>
                  <a:srgbClr val="4F81BD"/>
                </a:solidFill>
                <a:latin typeface="Arial Black"/>
                <a:cs typeface="Arial Black"/>
              </a:rPr>
              <a:t> </a:t>
            </a:r>
            <a:r>
              <a:rPr dirty="0" sz="4400" spc="-50" b="0">
                <a:solidFill>
                  <a:srgbClr val="4F81BD"/>
                </a:solidFill>
                <a:latin typeface="Arial Black"/>
                <a:cs typeface="Arial Black"/>
              </a:rPr>
              <a:t>:</a:t>
            </a:r>
            <a:endParaRPr sz="440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20707" y="2553272"/>
            <a:ext cx="21850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80">
                <a:latin typeface="Arial Black"/>
                <a:cs typeface="Arial Black"/>
              </a:rPr>
              <a:t>ARDUINO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16669" y="4793551"/>
            <a:ext cx="34455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65">
                <a:latin typeface="Arial Black"/>
                <a:cs typeface="Arial Black"/>
              </a:rPr>
              <a:t>JUMPER</a:t>
            </a:r>
            <a:r>
              <a:rPr dirty="0" sz="3600" spc="-509">
                <a:latin typeface="Arial Black"/>
                <a:cs typeface="Arial Black"/>
              </a:rPr>
              <a:t> </a:t>
            </a:r>
            <a:r>
              <a:rPr dirty="0" sz="3600" spc="-325">
                <a:latin typeface="Arial Black"/>
                <a:cs typeface="Arial Black"/>
              </a:rPr>
              <a:t>WIRES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51415" y="7033831"/>
            <a:ext cx="33762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60">
                <a:latin typeface="Arial Black"/>
                <a:cs typeface="Arial Black"/>
              </a:rPr>
              <a:t>SERVO</a:t>
            </a:r>
            <a:r>
              <a:rPr dirty="0" sz="3600" spc="-509">
                <a:latin typeface="Arial Black"/>
                <a:cs typeface="Arial Black"/>
              </a:rPr>
              <a:t> </a:t>
            </a:r>
            <a:r>
              <a:rPr dirty="0" sz="3600" spc="-290">
                <a:latin typeface="Arial Black"/>
                <a:cs typeface="Arial Black"/>
              </a:rPr>
              <a:t>MOTOR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06382" y="9274112"/>
            <a:ext cx="48088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60">
                <a:latin typeface="Arial Black"/>
                <a:cs typeface="Arial Black"/>
              </a:rPr>
              <a:t>ULTRASONICSENSOR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4062243" y="917923"/>
            <a:ext cx="4225925" cy="8451850"/>
          </a:xfrm>
          <a:custGeom>
            <a:avLst/>
            <a:gdLst/>
            <a:ahLst/>
            <a:cxnLst/>
            <a:rect l="l" t="t" r="r" b="b"/>
            <a:pathLst>
              <a:path w="4225925" h="8451850">
                <a:moveTo>
                  <a:pt x="4225756" y="8451514"/>
                </a:moveTo>
                <a:lnTo>
                  <a:pt x="0" y="4225756"/>
                </a:lnTo>
                <a:lnTo>
                  <a:pt x="4225756" y="0"/>
                </a:lnTo>
                <a:lnTo>
                  <a:pt x="4225756" y="8451514"/>
                </a:lnTo>
                <a:close/>
              </a:path>
            </a:pathLst>
          </a:custGeom>
          <a:solidFill>
            <a:srgbClr val="5271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2276280" y="2271600"/>
            <a:ext cx="2764155" cy="5121910"/>
            <a:chOff x="2276280" y="2271600"/>
            <a:chExt cx="2764155" cy="5121910"/>
          </a:xfrm>
        </p:grpSpPr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6280" y="2271600"/>
              <a:ext cx="2562839" cy="149975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1360" y="4367880"/>
              <a:ext cx="2123639" cy="125927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3344" y="6031691"/>
              <a:ext cx="2706600" cy="1361465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280" y="7540920"/>
            <a:ext cx="4047839" cy="2349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246360" cy="4643120"/>
            <a:chOff x="0" y="0"/>
            <a:chExt cx="10246360" cy="4643120"/>
          </a:xfrm>
        </p:grpSpPr>
        <p:sp>
          <p:nvSpPr>
            <p:cNvPr id="3" name="object 3" descr=""/>
            <p:cNvSpPr/>
            <p:nvPr/>
          </p:nvSpPr>
          <p:spPr>
            <a:xfrm>
              <a:off x="277920" y="2425679"/>
              <a:ext cx="9968230" cy="1259840"/>
            </a:xfrm>
            <a:custGeom>
              <a:avLst/>
              <a:gdLst/>
              <a:ahLst/>
              <a:cxnLst/>
              <a:rect l="l" t="t" r="r" b="b"/>
              <a:pathLst>
                <a:path w="9968230" h="1259839">
                  <a:moveTo>
                    <a:pt x="9968039" y="1259639"/>
                  </a:moveTo>
                  <a:lnTo>
                    <a:pt x="0" y="1259639"/>
                  </a:lnTo>
                  <a:lnTo>
                    <a:pt x="0" y="0"/>
                  </a:lnTo>
                  <a:lnTo>
                    <a:pt x="9968039" y="0"/>
                  </a:lnTo>
                  <a:lnTo>
                    <a:pt x="9968039" y="1259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359"/>
              <a:ext cx="4643120" cy="4643120"/>
            </a:xfrm>
            <a:custGeom>
              <a:avLst/>
              <a:gdLst/>
              <a:ahLst/>
              <a:cxnLst/>
              <a:rect l="l" t="t" r="r" b="b"/>
              <a:pathLst>
                <a:path w="4643120" h="4643120">
                  <a:moveTo>
                    <a:pt x="0" y="4642636"/>
                  </a:moveTo>
                  <a:lnTo>
                    <a:pt x="0" y="0"/>
                  </a:lnTo>
                  <a:lnTo>
                    <a:pt x="4642636" y="0"/>
                  </a:lnTo>
                  <a:lnTo>
                    <a:pt x="0" y="4642636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138929" cy="4138295"/>
            </a:xfrm>
            <a:custGeom>
              <a:avLst/>
              <a:gdLst/>
              <a:ahLst/>
              <a:cxnLst/>
              <a:rect l="l" t="t" r="r" b="b"/>
              <a:pathLst>
                <a:path w="4138929" h="4138295">
                  <a:moveTo>
                    <a:pt x="263804" y="3874551"/>
                  </a:moveTo>
                  <a:lnTo>
                    <a:pt x="179" y="3874551"/>
                  </a:lnTo>
                  <a:lnTo>
                    <a:pt x="3874732" y="0"/>
                  </a:lnTo>
                  <a:lnTo>
                    <a:pt x="4138356" y="0"/>
                  </a:lnTo>
                  <a:lnTo>
                    <a:pt x="263804" y="3874551"/>
                  </a:lnTo>
                  <a:close/>
                </a:path>
                <a:path w="4138929" h="4138295">
                  <a:moveTo>
                    <a:pt x="179" y="4138176"/>
                  </a:moveTo>
                  <a:lnTo>
                    <a:pt x="0" y="4137996"/>
                  </a:lnTo>
                  <a:lnTo>
                    <a:pt x="0" y="3874371"/>
                  </a:lnTo>
                  <a:lnTo>
                    <a:pt x="179" y="3874551"/>
                  </a:lnTo>
                  <a:lnTo>
                    <a:pt x="263804" y="3874551"/>
                  </a:lnTo>
                  <a:lnTo>
                    <a:pt x="179" y="4138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920" y="3422164"/>
            <a:ext cx="9852025" cy="25857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460500" marR="835660" indent="66675">
              <a:lnSpc>
                <a:spcPct val="127299"/>
              </a:lnSpc>
              <a:spcBef>
                <a:spcPts val="95"/>
              </a:spcBef>
            </a:pPr>
            <a:r>
              <a:rPr dirty="0" sz="6600" spc="-565" b="0">
                <a:solidFill>
                  <a:srgbClr val="2B4A9D"/>
                </a:solidFill>
                <a:latin typeface="Arial Black"/>
                <a:cs typeface="Arial Black"/>
              </a:rPr>
              <a:t>DEMONSTRATING </a:t>
            </a:r>
            <a:r>
              <a:rPr dirty="0" sz="6600" spc="-545" b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dirty="0" sz="6600" spc="-944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6600" spc="-509" b="0">
                <a:solidFill>
                  <a:srgbClr val="2B4A9D"/>
                </a:solidFill>
                <a:latin typeface="Arial Black"/>
                <a:cs typeface="Arial Black"/>
              </a:rPr>
              <a:t>CONNECTIONS</a:t>
            </a:r>
            <a:endParaRPr sz="6600">
              <a:latin typeface="Arial Black"/>
              <a:cs typeface="Arial Black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129319" y="0"/>
            <a:ext cx="8158480" cy="10287000"/>
            <a:chOff x="10129319" y="0"/>
            <a:chExt cx="8158480" cy="10287000"/>
          </a:xfrm>
        </p:grpSpPr>
        <p:sp>
          <p:nvSpPr>
            <p:cNvPr id="8" name="object 8" descr=""/>
            <p:cNvSpPr/>
            <p:nvPr/>
          </p:nvSpPr>
          <p:spPr>
            <a:xfrm>
              <a:off x="10129319" y="0"/>
              <a:ext cx="8158480" cy="10287000"/>
            </a:xfrm>
            <a:custGeom>
              <a:avLst/>
              <a:gdLst/>
              <a:ahLst/>
              <a:cxnLst/>
              <a:rect l="l" t="t" r="r" b="b"/>
              <a:pathLst>
                <a:path w="8158480" h="10287000">
                  <a:moveTo>
                    <a:pt x="8158319" y="10286639"/>
                  </a:moveTo>
                  <a:lnTo>
                    <a:pt x="0" y="10286639"/>
                  </a:lnTo>
                  <a:lnTo>
                    <a:pt x="0" y="0"/>
                  </a:lnTo>
                  <a:lnTo>
                    <a:pt x="8158319" y="0"/>
                  </a:lnTo>
                  <a:lnTo>
                    <a:pt x="8158319" y="10286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4160" y="3121920"/>
              <a:ext cx="4148639" cy="404315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348519" y="0"/>
            <a:ext cx="3939540" cy="9258300"/>
            <a:chOff x="14348519" y="0"/>
            <a:chExt cx="3939540" cy="9258300"/>
          </a:xfrm>
        </p:grpSpPr>
        <p:sp>
          <p:nvSpPr>
            <p:cNvPr id="4" name="object 4" descr=""/>
            <p:cNvSpPr/>
            <p:nvPr/>
          </p:nvSpPr>
          <p:spPr>
            <a:xfrm>
              <a:off x="14348519" y="6080759"/>
              <a:ext cx="3939540" cy="3177540"/>
            </a:xfrm>
            <a:custGeom>
              <a:avLst/>
              <a:gdLst/>
              <a:ahLst/>
              <a:cxnLst/>
              <a:rect l="l" t="t" r="r" b="b"/>
              <a:pathLst>
                <a:path w="3939540" h="3177540">
                  <a:moveTo>
                    <a:pt x="0" y="3176999"/>
                  </a:moveTo>
                  <a:lnTo>
                    <a:pt x="3939480" y="3176999"/>
                  </a:lnTo>
                  <a:lnTo>
                    <a:pt x="3939480" y="0"/>
                  </a:lnTo>
                  <a:lnTo>
                    <a:pt x="0" y="0"/>
                  </a:lnTo>
                  <a:lnTo>
                    <a:pt x="0" y="317699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348519" y="0"/>
              <a:ext cx="3939540" cy="6080760"/>
            </a:xfrm>
            <a:custGeom>
              <a:avLst/>
              <a:gdLst/>
              <a:ahLst/>
              <a:cxnLst/>
              <a:rect l="l" t="t" r="r" b="b"/>
              <a:pathLst>
                <a:path w="3939540" h="6080760">
                  <a:moveTo>
                    <a:pt x="3939480" y="6080759"/>
                  </a:moveTo>
                  <a:lnTo>
                    <a:pt x="0" y="6080759"/>
                  </a:lnTo>
                  <a:lnTo>
                    <a:pt x="0" y="0"/>
                  </a:lnTo>
                  <a:lnTo>
                    <a:pt x="3939480" y="0"/>
                  </a:lnTo>
                  <a:lnTo>
                    <a:pt x="3939480" y="608075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360" y="3390839"/>
            <a:ext cx="3961439" cy="2016359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0" y="6126119"/>
            <a:ext cx="5419090" cy="4161154"/>
            <a:chOff x="0" y="6126119"/>
            <a:chExt cx="5419090" cy="4161154"/>
          </a:xfrm>
        </p:grpSpPr>
        <p:sp>
          <p:nvSpPr>
            <p:cNvPr id="15" name="object 15" descr=""/>
            <p:cNvSpPr/>
            <p:nvPr/>
          </p:nvSpPr>
          <p:spPr>
            <a:xfrm>
              <a:off x="0" y="8453490"/>
              <a:ext cx="3210560" cy="1833880"/>
            </a:xfrm>
            <a:custGeom>
              <a:avLst/>
              <a:gdLst/>
              <a:ahLst/>
              <a:cxnLst/>
              <a:rect l="l" t="t" r="r" b="b"/>
              <a:pathLst>
                <a:path w="3210560" h="1833879">
                  <a:moveTo>
                    <a:pt x="0" y="1648506"/>
                  </a:moveTo>
                  <a:lnTo>
                    <a:pt x="0" y="1376639"/>
                  </a:lnTo>
                  <a:lnTo>
                    <a:pt x="1376639" y="0"/>
                  </a:lnTo>
                  <a:lnTo>
                    <a:pt x="1648506" y="271866"/>
                  </a:lnTo>
                  <a:lnTo>
                    <a:pt x="1376639" y="271866"/>
                  </a:lnTo>
                  <a:lnTo>
                    <a:pt x="0" y="1648506"/>
                  </a:lnTo>
                  <a:close/>
                </a:path>
                <a:path w="3210560" h="1833879">
                  <a:moveTo>
                    <a:pt x="3210149" y="1833509"/>
                  </a:moveTo>
                  <a:lnTo>
                    <a:pt x="2938282" y="1833509"/>
                  </a:lnTo>
                  <a:lnTo>
                    <a:pt x="1376639" y="271866"/>
                  </a:lnTo>
                  <a:lnTo>
                    <a:pt x="1648506" y="271866"/>
                  </a:lnTo>
                  <a:lnTo>
                    <a:pt x="3210149" y="183350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9320" y="6126119"/>
              <a:ext cx="3299399" cy="3051719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4313" y="3232080"/>
            <a:ext cx="3572086" cy="210491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91319" y="3232080"/>
            <a:ext cx="3729239" cy="210491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88745" y="1092640"/>
            <a:ext cx="1196213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5">
                <a:solidFill>
                  <a:srgbClr val="E6B9B8"/>
                </a:solidFill>
                <a:latin typeface="Calibri"/>
                <a:cs typeface="Calibri"/>
              </a:rPr>
              <a:t>DEMONSTRATING</a:t>
            </a:r>
            <a:r>
              <a:rPr dirty="0" sz="4000" spc="-135">
                <a:solidFill>
                  <a:srgbClr val="E6B9B8"/>
                </a:solidFill>
                <a:latin typeface="Calibri"/>
                <a:cs typeface="Calibri"/>
              </a:rPr>
              <a:t> </a:t>
            </a:r>
            <a:r>
              <a:rPr dirty="0" sz="4000" spc="-10">
                <a:solidFill>
                  <a:srgbClr val="E6B9B8"/>
                </a:solidFill>
                <a:latin typeface="Calibri"/>
                <a:cs typeface="Calibri"/>
              </a:rPr>
              <a:t>PICTURES-</a:t>
            </a:r>
            <a:r>
              <a:rPr dirty="0" sz="4000" spc="-50">
                <a:solidFill>
                  <a:srgbClr val="E6B9B8"/>
                </a:solidFill>
                <a:latin typeface="Calibri"/>
                <a:cs typeface="Calibri"/>
              </a:rPr>
              <a:t>-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4000" spc="-75" b="0">
                <a:latin typeface="Calibri"/>
                <a:cs typeface="Calibri"/>
              </a:rPr>
              <a:t>IMPLEMENTATION</a:t>
            </a:r>
            <a:r>
              <a:rPr dirty="0" sz="4000" spc="-420" b="0">
                <a:latin typeface="Calibri"/>
                <a:cs typeface="Calibri"/>
              </a:rPr>
              <a:t> </a:t>
            </a:r>
            <a:r>
              <a:rPr dirty="0" sz="4000" b="0">
                <a:latin typeface="Calibri"/>
                <a:cs typeface="Calibri"/>
              </a:rPr>
              <a:t>[</a:t>
            </a:r>
            <a:r>
              <a:rPr dirty="0" sz="4000" spc="-434" b="0">
                <a:latin typeface="Calibri"/>
                <a:cs typeface="Calibri"/>
              </a:rPr>
              <a:t> </a:t>
            </a:r>
            <a:r>
              <a:rPr dirty="0" sz="4000" spc="-50" b="0">
                <a:latin typeface="Calibri"/>
                <a:cs typeface="Calibri"/>
              </a:rPr>
              <a:t>ARDUINO,SERVO</a:t>
            </a:r>
            <a:r>
              <a:rPr dirty="0" sz="4000" spc="-420" b="0">
                <a:latin typeface="Calibri"/>
                <a:cs typeface="Calibri"/>
              </a:rPr>
              <a:t> </a:t>
            </a:r>
            <a:r>
              <a:rPr dirty="0" sz="4000" spc="-10" b="0">
                <a:latin typeface="Calibri"/>
                <a:cs typeface="Calibri"/>
              </a:rPr>
              <a:t>MOTOR,ULTRASONIC </a:t>
            </a:r>
            <a:r>
              <a:rPr dirty="0" sz="4000" spc="-30" b="0">
                <a:latin typeface="Calibri"/>
                <a:cs typeface="Calibri"/>
              </a:rPr>
              <a:t>SENSOR]-</a:t>
            </a:r>
            <a:r>
              <a:rPr dirty="0" sz="4000" spc="-50" b="0">
                <a:latin typeface="Calibri"/>
                <a:cs typeface="Calibri"/>
              </a:rPr>
              <a:t>-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462250" y="4415540"/>
            <a:ext cx="4874895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3000">
              <a:latin typeface="Trebuchet MS"/>
              <a:cs typeface="Trebuchet MS"/>
            </a:endParaRPr>
          </a:p>
          <a:p>
            <a:pPr algn="ctr" marL="726440">
              <a:lnSpc>
                <a:spcPct val="100000"/>
              </a:lnSpc>
            </a:pPr>
            <a:r>
              <a:rPr dirty="0" sz="4000" spc="-10">
                <a:latin typeface="Calibri"/>
                <a:cs typeface="Calibri"/>
              </a:rPr>
              <a:t>WORKING</a:t>
            </a:r>
            <a:r>
              <a:rPr dirty="0" sz="4000" spc="-16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MODEL</a:t>
            </a:r>
            <a:r>
              <a:rPr dirty="0" sz="4000" spc="-160">
                <a:latin typeface="Calibri"/>
                <a:cs typeface="Calibri"/>
              </a:rPr>
              <a:t> </a:t>
            </a:r>
            <a:r>
              <a:rPr dirty="0" sz="4000" spc="-50">
                <a:latin typeface="Calibri"/>
                <a:cs typeface="Calibri"/>
              </a:rPr>
              <a:t>–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0960" y="6126119"/>
            <a:ext cx="2833199" cy="313163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59239" y="6126119"/>
            <a:ext cx="3266279" cy="3051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955" y="3689220"/>
            <a:ext cx="8585200" cy="3804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ctr" marL="12065" marR="5080">
              <a:lnSpc>
                <a:spcPts val="10080"/>
              </a:lnSpc>
            </a:pPr>
            <a:r>
              <a:rPr dirty="0" sz="8000" spc="-265" b="0">
                <a:solidFill>
                  <a:srgbClr val="2B4A9D"/>
                </a:solidFill>
                <a:latin typeface="Arial Black"/>
                <a:cs typeface="Arial Black"/>
              </a:rPr>
              <a:t>Salient</a:t>
            </a:r>
            <a:r>
              <a:rPr dirty="0" sz="8000" spc="-112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8000" spc="-215" b="0">
                <a:solidFill>
                  <a:srgbClr val="2B4A9D"/>
                </a:solidFill>
                <a:latin typeface="Arial Black"/>
                <a:cs typeface="Arial Black"/>
              </a:rPr>
              <a:t>Features </a:t>
            </a:r>
            <a:r>
              <a:rPr dirty="0" sz="8000" spc="-220" b="0">
                <a:solidFill>
                  <a:srgbClr val="2B4A9D"/>
                </a:solidFill>
                <a:latin typeface="Arial Black"/>
                <a:cs typeface="Arial Black"/>
              </a:rPr>
              <a:t>of</a:t>
            </a:r>
            <a:r>
              <a:rPr dirty="0" sz="8000" spc="-1125" b="0">
                <a:solidFill>
                  <a:srgbClr val="2B4A9D"/>
                </a:solidFill>
                <a:latin typeface="Arial Black"/>
                <a:cs typeface="Arial Black"/>
              </a:rPr>
              <a:t> </a:t>
            </a:r>
            <a:r>
              <a:rPr dirty="0" sz="8000" spc="-645" b="0">
                <a:solidFill>
                  <a:srgbClr val="2B4A9D"/>
                </a:solidFill>
                <a:latin typeface="Arial Black"/>
                <a:cs typeface="Arial Black"/>
              </a:rPr>
              <a:t>SMART </a:t>
            </a:r>
            <a:r>
              <a:rPr dirty="0" sz="8000" spc="-765" b="0">
                <a:solidFill>
                  <a:srgbClr val="2B4A9D"/>
                </a:solidFill>
                <a:latin typeface="Arial Black"/>
                <a:cs typeface="Arial Black"/>
              </a:rPr>
              <a:t>DUSTBIN</a:t>
            </a:r>
            <a:endParaRPr sz="8000">
              <a:latin typeface="Arial Black"/>
              <a:cs typeface="Arial Black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0129319" y="0"/>
            <a:ext cx="8158480" cy="10287000"/>
            <a:chOff x="10129319" y="0"/>
            <a:chExt cx="8158480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0129319" y="0"/>
              <a:ext cx="8158480" cy="10287000"/>
            </a:xfrm>
            <a:custGeom>
              <a:avLst/>
              <a:gdLst/>
              <a:ahLst/>
              <a:cxnLst/>
              <a:rect l="l" t="t" r="r" b="b"/>
              <a:pathLst>
                <a:path w="8158480" h="10287000">
                  <a:moveTo>
                    <a:pt x="8158319" y="10286639"/>
                  </a:moveTo>
                  <a:lnTo>
                    <a:pt x="0" y="10286639"/>
                  </a:lnTo>
                  <a:lnTo>
                    <a:pt x="0" y="0"/>
                  </a:lnTo>
                  <a:lnTo>
                    <a:pt x="8158319" y="0"/>
                  </a:lnTo>
                  <a:lnTo>
                    <a:pt x="8158319" y="102866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34160" y="3121920"/>
              <a:ext cx="4148639" cy="404315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672160" y="0"/>
            <a:ext cx="3616325" cy="10287000"/>
            <a:chOff x="14672160" y="0"/>
            <a:chExt cx="361632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4672160" y="7760520"/>
              <a:ext cx="3616325" cy="2526665"/>
            </a:xfrm>
            <a:custGeom>
              <a:avLst/>
              <a:gdLst/>
              <a:ahLst/>
              <a:cxnLst/>
              <a:rect l="l" t="t" r="r" b="b"/>
              <a:pathLst>
                <a:path w="3616325" h="2526665">
                  <a:moveTo>
                    <a:pt x="0" y="2526480"/>
                  </a:moveTo>
                  <a:lnTo>
                    <a:pt x="3615840" y="2526480"/>
                  </a:lnTo>
                  <a:lnTo>
                    <a:pt x="3615840" y="0"/>
                  </a:lnTo>
                  <a:lnTo>
                    <a:pt x="0" y="0"/>
                  </a:lnTo>
                  <a:lnTo>
                    <a:pt x="0" y="252648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8453490"/>
            <a:ext cx="3210560" cy="1833880"/>
          </a:xfrm>
          <a:custGeom>
            <a:avLst/>
            <a:gdLst/>
            <a:ahLst/>
            <a:cxnLst/>
            <a:rect l="l" t="t" r="r" b="b"/>
            <a:pathLst>
              <a:path w="3210560" h="1833879">
                <a:moveTo>
                  <a:pt x="0" y="1648506"/>
                </a:moveTo>
                <a:lnTo>
                  <a:pt x="0" y="1376639"/>
                </a:lnTo>
                <a:lnTo>
                  <a:pt x="1376639" y="0"/>
                </a:lnTo>
                <a:lnTo>
                  <a:pt x="1648506" y="271866"/>
                </a:lnTo>
                <a:lnTo>
                  <a:pt x="1376639" y="271866"/>
                </a:lnTo>
                <a:lnTo>
                  <a:pt x="0" y="1648506"/>
                </a:lnTo>
                <a:close/>
              </a:path>
              <a:path w="3210560" h="1833879">
                <a:moveTo>
                  <a:pt x="3210149" y="1833509"/>
                </a:moveTo>
                <a:lnTo>
                  <a:pt x="2938282" y="1833509"/>
                </a:lnTo>
                <a:lnTo>
                  <a:pt x="1376639" y="271866"/>
                </a:lnTo>
                <a:lnTo>
                  <a:pt x="1648506" y="271866"/>
                </a:lnTo>
                <a:lnTo>
                  <a:pt x="3210149" y="183350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099021" y="2513548"/>
            <a:ext cx="8994140" cy="19570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600"/>
              </a:lnSpc>
              <a:spcBef>
                <a:spcPts val="95"/>
              </a:spcBef>
            </a:pPr>
            <a:r>
              <a:rPr dirty="0" sz="2100"/>
              <a:t>~~</a:t>
            </a:r>
            <a:r>
              <a:rPr dirty="0" sz="3150"/>
              <a:t>Automatic</a:t>
            </a:r>
            <a:r>
              <a:rPr dirty="0" sz="3150" spc="175"/>
              <a:t> </a:t>
            </a:r>
            <a:r>
              <a:rPr dirty="0" sz="3150"/>
              <a:t>sensor</a:t>
            </a:r>
            <a:r>
              <a:rPr dirty="0" sz="3150" spc="180"/>
              <a:t> </a:t>
            </a:r>
            <a:r>
              <a:rPr dirty="0" sz="3150" spc="50"/>
              <a:t>based</a:t>
            </a:r>
            <a:r>
              <a:rPr dirty="0" sz="3150" spc="185"/>
              <a:t> </a:t>
            </a:r>
            <a:r>
              <a:rPr dirty="0" sz="3150"/>
              <a:t>operation</a:t>
            </a:r>
            <a:r>
              <a:rPr dirty="0" sz="3150" spc="190"/>
              <a:t> </a:t>
            </a:r>
            <a:r>
              <a:rPr dirty="0" sz="3150"/>
              <a:t>with</a:t>
            </a:r>
            <a:r>
              <a:rPr dirty="0" sz="3150" spc="185"/>
              <a:t> </a:t>
            </a:r>
            <a:r>
              <a:rPr dirty="0" sz="3150" spc="-20"/>
              <a:t>zero </a:t>
            </a:r>
            <a:r>
              <a:rPr dirty="0" sz="3150"/>
              <a:t>manual</a:t>
            </a:r>
            <a:r>
              <a:rPr dirty="0" sz="3150" spc="155"/>
              <a:t> </a:t>
            </a:r>
            <a:r>
              <a:rPr dirty="0" sz="3150" spc="-10"/>
              <a:t>intervention</a:t>
            </a:r>
            <a:endParaRPr sz="3150"/>
          </a:p>
          <a:p>
            <a:pPr algn="ctr" marL="603250" marR="596265">
              <a:lnSpc>
                <a:spcPts val="3800"/>
              </a:lnSpc>
              <a:spcBef>
                <a:spcPts val="105"/>
              </a:spcBef>
            </a:pPr>
            <a:r>
              <a:rPr dirty="0" sz="3150"/>
              <a:t>~~Hygienic</a:t>
            </a:r>
            <a:r>
              <a:rPr dirty="0" sz="3150" spc="254"/>
              <a:t> </a:t>
            </a:r>
            <a:r>
              <a:rPr dirty="0" sz="3150"/>
              <a:t>disposal</a:t>
            </a:r>
            <a:r>
              <a:rPr dirty="0" sz="3150" spc="250"/>
              <a:t> </a:t>
            </a:r>
            <a:r>
              <a:rPr dirty="0" sz="3150"/>
              <a:t>with</a:t>
            </a:r>
            <a:r>
              <a:rPr dirty="0" sz="3150" spc="250"/>
              <a:t> </a:t>
            </a:r>
            <a:r>
              <a:rPr dirty="0" sz="3150"/>
              <a:t>automatic</a:t>
            </a:r>
            <a:r>
              <a:rPr dirty="0" sz="3150" spc="254"/>
              <a:t> </a:t>
            </a:r>
            <a:r>
              <a:rPr dirty="0" sz="3150" spc="30"/>
              <a:t>and </a:t>
            </a:r>
            <a:r>
              <a:rPr dirty="0" sz="3150"/>
              <a:t>touch-less</a:t>
            </a:r>
            <a:r>
              <a:rPr dirty="0" sz="3150" spc="60"/>
              <a:t> waste</a:t>
            </a:r>
            <a:r>
              <a:rPr dirty="0" sz="3150" spc="75"/>
              <a:t> </a:t>
            </a:r>
            <a:r>
              <a:rPr dirty="0" sz="3150" spc="-10"/>
              <a:t>disposal</a:t>
            </a:r>
            <a:endParaRPr sz="3150"/>
          </a:p>
        </p:txBody>
      </p:sp>
      <p:sp>
        <p:nvSpPr>
          <p:cNvPr id="15" name="object 15" descr=""/>
          <p:cNvSpPr txBox="1"/>
          <p:nvPr/>
        </p:nvSpPr>
        <p:spPr>
          <a:xfrm>
            <a:off x="3116113" y="4444761"/>
            <a:ext cx="9084945" cy="43707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120650">
              <a:lnSpc>
                <a:spcPct val="100000"/>
              </a:lnSpc>
              <a:spcBef>
                <a:spcPts val="114"/>
              </a:spcBef>
            </a:pPr>
            <a:r>
              <a:rPr dirty="0" sz="3150" b="1">
                <a:latin typeface="Arial"/>
                <a:cs typeface="Arial"/>
              </a:rPr>
              <a:t>~~Smart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indicators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on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spc="55" b="1">
                <a:latin typeface="Arial"/>
                <a:cs typeface="Arial"/>
              </a:rPr>
              <a:t>the</a:t>
            </a:r>
            <a:r>
              <a:rPr dirty="0" sz="3150" spc="16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front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display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panel</a:t>
            </a:r>
            <a:endParaRPr sz="3150">
              <a:latin typeface="Arial"/>
              <a:cs typeface="Arial"/>
            </a:endParaRPr>
          </a:p>
          <a:p>
            <a:pPr algn="ctr" marR="115570">
              <a:lnSpc>
                <a:spcPct val="100000"/>
              </a:lnSpc>
              <a:spcBef>
                <a:spcPts val="25"/>
              </a:spcBef>
            </a:pPr>
            <a:r>
              <a:rPr dirty="0" sz="3150" b="1">
                <a:latin typeface="Arial"/>
                <a:cs typeface="Arial"/>
              </a:rPr>
              <a:t>~~Low</a:t>
            </a:r>
            <a:r>
              <a:rPr dirty="0" sz="3150" spc="90" b="1">
                <a:latin typeface="Arial"/>
                <a:cs typeface="Arial"/>
              </a:rPr>
              <a:t> </a:t>
            </a:r>
            <a:r>
              <a:rPr dirty="0" sz="3150" spc="65" b="1">
                <a:latin typeface="Arial"/>
                <a:cs typeface="Arial"/>
              </a:rPr>
              <a:t>power</a:t>
            </a:r>
            <a:r>
              <a:rPr dirty="0" sz="3150" spc="10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consumption</a:t>
            </a:r>
            <a:endParaRPr sz="3150">
              <a:latin typeface="Arial"/>
              <a:cs typeface="Arial"/>
            </a:endParaRPr>
          </a:p>
          <a:p>
            <a:pPr algn="ctr" marL="193040" marR="192405">
              <a:lnSpc>
                <a:spcPts val="3800"/>
              </a:lnSpc>
              <a:spcBef>
                <a:spcPts val="130"/>
              </a:spcBef>
            </a:pPr>
            <a:r>
              <a:rPr dirty="0" sz="3150" b="1">
                <a:latin typeface="Arial"/>
                <a:cs typeface="Arial"/>
              </a:rPr>
              <a:t>~~Designed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to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fit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in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small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spaces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spc="55" b="1">
                <a:latin typeface="Arial"/>
                <a:cs typeface="Arial"/>
              </a:rPr>
              <a:t>and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spc="70" b="1">
                <a:latin typeface="Arial"/>
                <a:cs typeface="Arial"/>
              </a:rPr>
              <a:t>add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spc="-25" b="1">
                <a:latin typeface="Arial"/>
                <a:cs typeface="Arial"/>
              </a:rPr>
              <a:t>to </a:t>
            </a:r>
            <a:r>
              <a:rPr dirty="0" sz="3150" spc="55" b="1">
                <a:latin typeface="Arial"/>
                <a:cs typeface="Arial"/>
              </a:rPr>
              <a:t>the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aesthetics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of</a:t>
            </a:r>
            <a:r>
              <a:rPr dirty="0" sz="3150" spc="54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your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premises</a:t>
            </a:r>
            <a:endParaRPr sz="3150">
              <a:latin typeface="Arial"/>
              <a:cs typeface="Arial"/>
            </a:endParaRPr>
          </a:p>
          <a:p>
            <a:pPr algn="ctr" marL="12065" marR="5080">
              <a:lnSpc>
                <a:spcPts val="3800"/>
              </a:lnSpc>
              <a:spcBef>
                <a:spcPts val="5"/>
              </a:spcBef>
            </a:pPr>
            <a:r>
              <a:rPr dirty="0" sz="3150" b="1">
                <a:latin typeface="Arial"/>
                <a:cs typeface="Arial"/>
              </a:rPr>
              <a:t>~~Paper</a:t>
            </a:r>
            <a:r>
              <a:rPr dirty="0" sz="3150" spc="140" b="1">
                <a:latin typeface="Arial"/>
                <a:cs typeface="Arial"/>
              </a:rPr>
              <a:t> </a:t>
            </a:r>
            <a:r>
              <a:rPr dirty="0" sz="3150" spc="50" b="1">
                <a:latin typeface="Arial"/>
                <a:cs typeface="Arial"/>
              </a:rPr>
              <a:t>waste,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plastic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spc="50" b="1">
                <a:latin typeface="Arial"/>
                <a:cs typeface="Arial"/>
              </a:rPr>
              <a:t>waste,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food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spc="50" b="1">
                <a:latin typeface="Arial"/>
                <a:cs typeface="Arial"/>
              </a:rPr>
              <a:t>waste,</a:t>
            </a:r>
            <a:r>
              <a:rPr dirty="0" sz="3150" spc="204" b="1">
                <a:latin typeface="Arial"/>
                <a:cs typeface="Arial"/>
              </a:rPr>
              <a:t> </a:t>
            </a:r>
            <a:r>
              <a:rPr dirty="0" sz="3150" spc="30" b="1">
                <a:latin typeface="Arial"/>
                <a:cs typeface="Arial"/>
              </a:rPr>
              <a:t>and </a:t>
            </a:r>
            <a:r>
              <a:rPr dirty="0" sz="3150" spc="55" b="1">
                <a:latin typeface="Arial"/>
                <a:cs typeface="Arial"/>
              </a:rPr>
              <a:t>other</a:t>
            </a:r>
            <a:r>
              <a:rPr dirty="0" sz="3150" spc="5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commonly</a:t>
            </a:r>
            <a:r>
              <a:rPr dirty="0" sz="3150" spc="50" b="1">
                <a:latin typeface="Arial"/>
                <a:cs typeface="Arial"/>
              </a:rPr>
              <a:t> </a:t>
            </a:r>
            <a:r>
              <a:rPr dirty="0" sz="3150" spc="60" b="1">
                <a:latin typeface="Arial"/>
                <a:cs typeface="Arial"/>
              </a:rPr>
              <a:t>generated</a:t>
            </a:r>
            <a:r>
              <a:rPr dirty="0" sz="3150" spc="55" b="1">
                <a:latin typeface="Arial"/>
                <a:cs typeface="Arial"/>
              </a:rPr>
              <a:t> </a:t>
            </a:r>
            <a:r>
              <a:rPr dirty="0" sz="3150" spc="50" b="1">
                <a:latin typeface="Arial"/>
                <a:cs typeface="Arial"/>
              </a:rPr>
              <a:t>waste</a:t>
            </a:r>
            <a:endParaRPr sz="3150">
              <a:latin typeface="Arial"/>
              <a:cs typeface="Arial"/>
            </a:endParaRPr>
          </a:p>
          <a:p>
            <a:pPr algn="ctr" marL="182245" marR="304165">
              <a:lnSpc>
                <a:spcPts val="3800"/>
              </a:lnSpc>
            </a:pPr>
            <a:r>
              <a:rPr dirty="0" sz="3150" b="1">
                <a:latin typeface="Arial"/>
                <a:cs typeface="Arial"/>
              </a:rPr>
              <a:t>~~</a:t>
            </a:r>
            <a:r>
              <a:rPr dirty="0" sz="3150" spc="135" b="1">
                <a:latin typeface="Arial"/>
                <a:cs typeface="Arial"/>
              </a:rPr>
              <a:t> </a:t>
            </a:r>
            <a:r>
              <a:rPr dirty="0" sz="3150" spc="55" b="1">
                <a:latin typeface="Arial"/>
                <a:cs typeface="Arial"/>
              </a:rPr>
              <a:t>Used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spc="50" b="1">
                <a:latin typeface="Arial"/>
                <a:cs typeface="Arial"/>
              </a:rPr>
              <a:t>at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Restaurants,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food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courts,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hotels, </a:t>
            </a:r>
            <a:r>
              <a:rPr dirty="0" sz="3150" b="1">
                <a:latin typeface="Arial"/>
                <a:cs typeface="Arial"/>
              </a:rPr>
              <a:t>offices,</a:t>
            </a:r>
            <a:r>
              <a:rPr dirty="0" sz="3150" spc="13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ships,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trains,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spc="45" b="1">
                <a:latin typeface="Arial"/>
                <a:cs typeface="Arial"/>
              </a:rPr>
              <a:t>airports,</a:t>
            </a:r>
            <a:r>
              <a:rPr dirty="0" sz="3150" spc="15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adventure </a:t>
            </a:r>
            <a:r>
              <a:rPr dirty="0" sz="3150" b="1">
                <a:latin typeface="Arial"/>
                <a:cs typeface="Arial"/>
              </a:rPr>
              <a:t>parks</a:t>
            </a:r>
            <a:r>
              <a:rPr dirty="0" sz="3150" spc="145" b="1">
                <a:latin typeface="Arial"/>
                <a:cs typeface="Arial"/>
              </a:rPr>
              <a:t> </a:t>
            </a:r>
            <a:r>
              <a:rPr dirty="0" sz="3150" spc="55" b="1">
                <a:latin typeface="Arial"/>
                <a:cs typeface="Arial"/>
              </a:rPr>
              <a:t>and</a:t>
            </a:r>
            <a:r>
              <a:rPr dirty="0" sz="3150" spc="160" b="1">
                <a:latin typeface="Arial"/>
                <a:cs typeface="Arial"/>
              </a:rPr>
              <a:t> </a:t>
            </a:r>
            <a:r>
              <a:rPr dirty="0" sz="3150" spc="55" b="1">
                <a:latin typeface="Arial"/>
                <a:cs typeface="Arial"/>
              </a:rPr>
              <a:t>other</a:t>
            </a:r>
            <a:r>
              <a:rPr dirty="0" sz="3150" spc="155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premium</a:t>
            </a:r>
            <a:r>
              <a:rPr dirty="0" sz="3150" spc="160" b="1">
                <a:latin typeface="Arial"/>
                <a:cs typeface="Arial"/>
              </a:rPr>
              <a:t> </a:t>
            </a:r>
            <a:r>
              <a:rPr dirty="0" sz="3150" spc="-10" b="1">
                <a:latin typeface="Arial"/>
                <a:cs typeface="Arial"/>
              </a:rPr>
              <a:t>places.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33279" y="0"/>
            <a:ext cx="452755" cy="9587230"/>
          </a:xfrm>
          <a:custGeom>
            <a:avLst/>
            <a:gdLst/>
            <a:ahLst/>
            <a:cxnLst/>
            <a:rect l="l" t="t" r="r" b="b"/>
            <a:pathLst>
              <a:path w="452755" h="9587230">
                <a:moveTo>
                  <a:pt x="452159" y="9586799"/>
                </a:moveTo>
                <a:lnTo>
                  <a:pt x="0" y="9586799"/>
                </a:lnTo>
                <a:lnTo>
                  <a:pt x="0" y="0"/>
                </a:lnTo>
                <a:lnTo>
                  <a:pt x="452159" y="0"/>
                </a:lnTo>
                <a:lnTo>
                  <a:pt x="452159" y="958679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672160" y="0"/>
            <a:ext cx="3616325" cy="10287000"/>
            <a:chOff x="14672160" y="0"/>
            <a:chExt cx="3616325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4672160" y="7760520"/>
              <a:ext cx="3616325" cy="2526665"/>
            </a:xfrm>
            <a:custGeom>
              <a:avLst/>
              <a:gdLst/>
              <a:ahLst/>
              <a:cxnLst/>
              <a:rect l="l" t="t" r="r" b="b"/>
              <a:pathLst>
                <a:path w="3616325" h="2526665">
                  <a:moveTo>
                    <a:pt x="0" y="2526480"/>
                  </a:moveTo>
                  <a:lnTo>
                    <a:pt x="3615840" y="2526480"/>
                  </a:lnTo>
                  <a:lnTo>
                    <a:pt x="3615840" y="0"/>
                  </a:lnTo>
                  <a:lnTo>
                    <a:pt x="0" y="0"/>
                  </a:lnTo>
                  <a:lnTo>
                    <a:pt x="0" y="252648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-179" y="195822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6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3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0"/>
            <a:ext cx="3209925" cy="1833245"/>
          </a:xfrm>
          <a:custGeom>
            <a:avLst/>
            <a:gdLst/>
            <a:ahLst/>
            <a:cxnLst/>
            <a:rect l="l" t="t" r="r" b="b"/>
            <a:pathLst>
              <a:path w="3209925" h="1833245">
                <a:moveTo>
                  <a:pt x="1654291" y="1555498"/>
                </a:moveTo>
                <a:lnTo>
                  <a:pt x="1376639" y="1555498"/>
                </a:lnTo>
                <a:lnTo>
                  <a:pt x="2932138" y="0"/>
                </a:lnTo>
                <a:lnTo>
                  <a:pt x="3209789" y="0"/>
                </a:lnTo>
                <a:lnTo>
                  <a:pt x="1654291" y="1555498"/>
                </a:lnTo>
                <a:close/>
              </a:path>
              <a:path w="3209925" h="1833245">
                <a:moveTo>
                  <a:pt x="1376639" y="1833149"/>
                </a:moveTo>
                <a:lnTo>
                  <a:pt x="0" y="456509"/>
                </a:lnTo>
                <a:lnTo>
                  <a:pt x="0" y="178858"/>
                </a:lnTo>
                <a:lnTo>
                  <a:pt x="1376639" y="1555498"/>
                </a:lnTo>
                <a:lnTo>
                  <a:pt x="1654291" y="1555498"/>
                </a:lnTo>
                <a:lnTo>
                  <a:pt x="1376639" y="183314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8453490"/>
            <a:ext cx="3210560" cy="1833880"/>
          </a:xfrm>
          <a:custGeom>
            <a:avLst/>
            <a:gdLst/>
            <a:ahLst/>
            <a:cxnLst/>
            <a:rect l="l" t="t" r="r" b="b"/>
            <a:pathLst>
              <a:path w="3210560" h="1833879">
                <a:moveTo>
                  <a:pt x="0" y="1648506"/>
                </a:moveTo>
                <a:lnTo>
                  <a:pt x="0" y="1376639"/>
                </a:lnTo>
                <a:lnTo>
                  <a:pt x="1376639" y="0"/>
                </a:lnTo>
                <a:lnTo>
                  <a:pt x="1648506" y="271866"/>
                </a:lnTo>
                <a:lnTo>
                  <a:pt x="1376639" y="271866"/>
                </a:lnTo>
                <a:lnTo>
                  <a:pt x="0" y="1648506"/>
                </a:lnTo>
                <a:close/>
              </a:path>
              <a:path w="3210560" h="1833879">
                <a:moveTo>
                  <a:pt x="3210149" y="1833509"/>
                </a:moveTo>
                <a:lnTo>
                  <a:pt x="2938282" y="1833509"/>
                </a:lnTo>
                <a:lnTo>
                  <a:pt x="1376639" y="271866"/>
                </a:lnTo>
                <a:lnTo>
                  <a:pt x="1648506" y="271866"/>
                </a:lnTo>
                <a:lnTo>
                  <a:pt x="3210149" y="183350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SOFTWARE</a:t>
            </a:r>
            <a:r>
              <a:rPr dirty="0" spc="260"/>
              <a:t> </a:t>
            </a:r>
            <a:r>
              <a:rPr dirty="0" spc="-10"/>
              <a:t>USED: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3945416" y="2919136"/>
            <a:ext cx="7308850" cy="11252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105"/>
              </a:spcBef>
            </a:pPr>
            <a:r>
              <a:rPr dirty="0" sz="3600" spc="60" b="1">
                <a:latin typeface="Arial"/>
                <a:cs typeface="Arial"/>
              </a:rPr>
              <a:t>ARDUINO-</a:t>
            </a:r>
            <a:r>
              <a:rPr dirty="0" sz="3600" b="1">
                <a:latin typeface="Arial"/>
                <a:cs typeface="Arial"/>
              </a:rPr>
              <a:t>-</a:t>
            </a:r>
            <a:r>
              <a:rPr dirty="0" sz="3600" spc="-10" b="1">
                <a:latin typeface="Arial"/>
                <a:cs typeface="Arial"/>
              </a:rPr>
              <a:t>IDE(INTERGARATED- </a:t>
            </a:r>
            <a:r>
              <a:rPr dirty="0" sz="3600" b="1">
                <a:latin typeface="Arial"/>
                <a:cs typeface="Arial"/>
              </a:rPr>
              <a:t>DEVELOPMENT</a:t>
            </a:r>
            <a:r>
              <a:rPr dirty="0" sz="3600" spc="140" b="1">
                <a:latin typeface="Arial"/>
                <a:cs typeface="Arial"/>
              </a:rPr>
              <a:t> </a:t>
            </a:r>
            <a:r>
              <a:rPr dirty="0" sz="3600" spc="55" b="1">
                <a:latin typeface="Arial"/>
                <a:cs typeface="Arial"/>
              </a:rPr>
              <a:t>ENVIRONMENT)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 marL="88265" marR="85725" indent="127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90"/>
              <a:t> </a:t>
            </a:r>
            <a:r>
              <a:rPr dirty="0"/>
              <a:t>Arduino</a:t>
            </a:r>
            <a:r>
              <a:rPr dirty="0" spc="90"/>
              <a:t> </a:t>
            </a:r>
            <a:r>
              <a:rPr dirty="0"/>
              <a:t>-IDE</a:t>
            </a:r>
            <a:r>
              <a:rPr dirty="0" spc="90"/>
              <a:t> </a:t>
            </a:r>
            <a:r>
              <a:rPr dirty="0" spc="65"/>
              <a:t>or</a:t>
            </a:r>
            <a:r>
              <a:rPr dirty="0" spc="85"/>
              <a:t> </a:t>
            </a:r>
            <a:r>
              <a:rPr dirty="0"/>
              <a:t>Arduino</a:t>
            </a:r>
            <a:r>
              <a:rPr dirty="0" spc="95"/>
              <a:t> </a:t>
            </a:r>
            <a:r>
              <a:rPr dirty="0" spc="35"/>
              <a:t>software </a:t>
            </a:r>
            <a:r>
              <a:rPr dirty="0"/>
              <a:t>contains</a:t>
            </a:r>
            <a:r>
              <a:rPr dirty="0" spc="105"/>
              <a:t> </a:t>
            </a:r>
            <a:r>
              <a:rPr dirty="0" spc="140"/>
              <a:t>a</a:t>
            </a:r>
            <a:r>
              <a:rPr dirty="0" spc="114"/>
              <a:t> </a:t>
            </a:r>
            <a:r>
              <a:rPr dirty="0"/>
              <a:t>text</a:t>
            </a:r>
            <a:r>
              <a:rPr dirty="0" spc="114"/>
              <a:t> </a:t>
            </a:r>
            <a:r>
              <a:rPr dirty="0" spc="60"/>
              <a:t>editor</a:t>
            </a:r>
            <a:r>
              <a:rPr dirty="0" spc="110"/>
              <a:t> </a:t>
            </a:r>
            <a:r>
              <a:rPr dirty="0"/>
              <a:t>for</a:t>
            </a:r>
            <a:r>
              <a:rPr dirty="0" spc="105"/>
              <a:t> </a:t>
            </a:r>
            <a:r>
              <a:rPr dirty="0" spc="50"/>
              <a:t>writing</a:t>
            </a:r>
            <a:r>
              <a:rPr dirty="0" spc="114"/>
              <a:t> </a:t>
            </a:r>
            <a:r>
              <a:rPr dirty="0" spc="50"/>
              <a:t>code,a </a:t>
            </a:r>
            <a:r>
              <a:rPr dirty="0"/>
              <a:t>message</a:t>
            </a:r>
            <a:r>
              <a:rPr dirty="0" spc="150"/>
              <a:t> </a:t>
            </a:r>
            <a:r>
              <a:rPr dirty="0" spc="120"/>
              <a:t>area</a:t>
            </a:r>
            <a:r>
              <a:rPr dirty="0" spc="155"/>
              <a:t> </a:t>
            </a:r>
            <a:r>
              <a:rPr dirty="0" spc="130"/>
              <a:t>,a</a:t>
            </a:r>
            <a:r>
              <a:rPr dirty="0" spc="150"/>
              <a:t> </a:t>
            </a:r>
            <a:r>
              <a:rPr dirty="0"/>
              <a:t>text</a:t>
            </a:r>
            <a:r>
              <a:rPr dirty="0" spc="155"/>
              <a:t> </a:t>
            </a:r>
            <a:r>
              <a:rPr dirty="0"/>
              <a:t>console,a</a:t>
            </a:r>
            <a:r>
              <a:rPr dirty="0" spc="155"/>
              <a:t> </a:t>
            </a:r>
            <a:r>
              <a:rPr dirty="0" spc="-10"/>
              <a:t>toolbar </a:t>
            </a:r>
            <a:r>
              <a:rPr dirty="0"/>
              <a:t>with</a:t>
            </a:r>
            <a:r>
              <a:rPr dirty="0" spc="95"/>
              <a:t> </a:t>
            </a:r>
            <a:r>
              <a:rPr dirty="0"/>
              <a:t>buttons</a:t>
            </a:r>
            <a:r>
              <a:rPr dirty="0" spc="90"/>
              <a:t> </a:t>
            </a:r>
            <a:r>
              <a:rPr dirty="0"/>
              <a:t>for</a:t>
            </a:r>
            <a:r>
              <a:rPr dirty="0" spc="95"/>
              <a:t> </a:t>
            </a:r>
            <a:r>
              <a:rPr dirty="0"/>
              <a:t>common</a:t>
            </a:r>
            <a:r>
              <a:rPr dirty="0" spc="95"/>
              <a:t> </a:t>
            </a:r>
            <a:r>
              <a:rPr dirty="0"/>
              <a:t>functions</a:t>
            </a:r>
            <a:r>
              <a:rPr dirty="0" spc="95"/>
              <a:t> </a:t>
            </a:r>
            <a:r>
              <a:rPr dirty="0" spc="-25"/>
              <a:t>and </a:t>
            </a:r>
            <a:r>
              <a:rPr dirty="0" spc="140"/>
              <a:t>a </a:t>
            </a:r>
            <a:r>
              <a:rPr dirty="0"/>
              <a:t>series</a:t>
            </a:r>
            <a:r>
              <a:rPr dirty="0" spc="130"/>
              <a:t> </a:t>
            </a:r>
            <a:r>
              <a:rPr dirty="0"/>
              <a:t>of</a:t>
            </a:r>
            <a:r>
              <a:rPr dirty="0" spc="570"/>
              <a:t> </a:t>
            </a:r>
            <a:r>
              <a:rPr dirty="0" spc="-10"/>
              <a:t>menus.</a:t>
            </a:r>
          </a:p>
          <a:p>
            <a:pPr algn="ctr" marL="12065" marR="5080" indent="-4445">
              <a:lnSpc>
                <a:spcPct val="100000"/>
              </a:lnSpc>
              <a:spcBef>
                <a:spcPts val="50"/>
              </a:spcBef>
            </a:pPr>
            <a:r>
              <a:rPr dirty="0" spc="95"/>
              <a:t>It</a:t>
            </a:r>
            <a:r>
              <a:rPr dirty="0" spc="110"/>
              <a:t> </a:t>
            </a:r>
            <a:r>
              <a:rPr dirty="0"/>
              <a:t>connects</a:t>
            </a:r>
            <a:r>
              <a:rPr dirty="0" spc="110"/>
              <a:t> </a:t>
            </a:r>
            <a:r>
              <a:rPr dirty="0"/>
              <a:t>to</a:t>
            </a:r>
            <a:r>
              <a:rPr dirty="0" spc="114"/>
              <a:t> </a:t>
            </a:r>
            <a:r>
              <a:rPr dirty="0" spc="50"/>
              <a:t>the</a:t>
            </a:r>
            <a:r>
              <a:rPr dirty="0" spc="114"/>
              <a:t> </a:t>
            </a:r>
            <a:r>
              <a:rPr dirty="0"/>
              <a:t>Arduino</a:t>
            </a:r>
            <a:r>
              <a:rPr dirty="0" spc="114"/>
              <a:t> </a:t>
            </a:r>
            <a:r>
              <a:rPr dirty="0" spc="75"/>
              <a:t>hardware</a:t>
            </a:r>
            <a:r>
              <a:rPr dirty="0" spc="114"/>
              <a:t> </a:t>
            </a:r>
            <a:r>
              <a:rPr dirty="0" spc="-25"/>
              <a:t>to </a:t>
            </a:r>
            <a:r>
              <a:rPr dirty="0"/>
              <a:t>upload</a:t>
            </a:r>
            <a:r>
              <a:rPr dirty="0" spc="245"/>
              <a:t> </a:t>
            </a:r>
            <a:r>
              <a:rPr dirty="0"/>
              <a:t>programs</a:t>
            </a:r>
            <a:r>
              <a:rPr dirty="0" spc="240"/>
              <a:t> </a:t>
            </a:r>
            <a:r>
              <a:rPr dirty="0"/>
              <a:t>and</a:t>
            </a:r>
            <a:r>
              <a:rPr dirty="0" spc="245"/>
              <a:t> </a:t>
            </a:r>
            <a:r>
              <a:rPr dirty="0"/>
              <a:t>communicate</a:t>
            </a:r>
            <a:r>
              <a:rPr dirty="0" spc="245"/>
              <a:t> </a:t>
            </a:r>
            <a:r>
              <a:rPr dirty="0" spc="-20"/>
              <a:t>with </a:t>
            </a:r>
            <a:r>
              <a:rPr dirty="0" spc="40"/>
              <a:t>them.</a:t>
            </a: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79" y="0"/>
            <a:ext cx="18288635" cy="10287000"/>
            <a:chOff x="-179" y="0"/>
            <a:chExt cx="1828863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133271" y="0"/>
              <a:ext cx="17155160" cy="10287000"/>
            </a:xfrm>
            <a:custGeom>
              <a:avLst/>
              <a:gdLst/>
              <a:ahLst/>
              <a:cxnLst/>
              <a:rect l="l" t="t" r="r" b="b"/>
              <a:pathLst>
                <a:path w="17155160" h="10287000">
                  <a:moveTo>
                    <a:pt x="452158" y="0"/>
                  </a:moveTo>
                  <a:lnTo>
                    <a:pt x="0" y="0"/>
                  </a:lnTo>
                  <a:lnTo>
                    <a:pt x="0" y="9586811"/>
                  </a:lnTo>
                  <a:lnTo>
                    <a:pt x="452158" y="9586811"/>
                  </a:lnTo>
                  <a:lnTo>
                    <a:pt x="452158" y="0"/>
                  </a:lnTo>
                  <a:close/>
                </a:path>
                <a:path w="17155160" h="10287000">
                  <a:moveTo>
                    <a:pt x="17154716" y="7760525"/>
                  </a:moveTo>
                  <a:lnTo>
                    <a:pt x="13538886" y="7760525"/>
                  </a:lnTo>
                  <a:lnTo>
                    <a:pt x="13538886" y="10287000"/>
                  </a:lnTo>
                  <a:lnTo>
                    <a:pt x="17154716" y="10287000"/>
                  </a:lnTo>
                  <a:lnTo>
                    <a:pt x="17154716" y="7760525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672160" y="0"/>
              <a:ext cx="3616325" cy="7760970"/>
            </a:xfrm>
            <a:custGeom>
              <a:avLst/>
              <a:gdLst/>
              <a:ahLst/>
              <a:cxnLst/>
              <a:rect l="l" t="t" r="r" b="b"/>
              <a:pathLst>
                <a:path w="3616325" h="7760970">
                  <a:moveTo>
                    <a:pt x="3615840" y="7760519"/>
                  </a:moveTo>
                  <a:lnTo>
                    <a:pt x="0" y="7760519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051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179" y="1958219"/>
              <a:ext cx="1965960" cy="829310"/>
            </a:xfrm>
            <a:custGeom>
              <a:avLst/>
              <a:gdLst/>
              <a:ahLst/>
              <a:cxnLst/>
              <a:rect l="l" t="t" r="r" b="b"/>
              <a:pathLst>
                <a:path w="1965960" h="829310">
                  <a:moveTo>
                    <a:pt x="1553453" y="828719"/>
                  </a:moveTo>
                  <a:lnTo>
                    <a:pt x="0" y="828719"/>
                  </a:lnTo>
                  <a:lnTo>
                    <a:pt x="0" y="0"/>
                  </a:lnTo>
                  <a:lnTo>
                    <a:pt x="1554636" y="0"/>
                  </a:lnTo>
                  <a:lnTo>
                    <a:pt x="1602870" y="3382"/>
                  </a:lnTo>
                  <a:lnTo>
                    <a:pt x="1649398" y="12094"/>
                  </a:lnTo>
                  <a:lnTo>
                    <a:pt x="1693926" y="25807"/>
                  </a:lnTo>
                  <a:lnTo>
                    <a:pt x="1736158" y="44196"/>
                  </a:lnTo>
                  <a:lnTo>
                    <a:pt x="1775800" y="66933"/>
                  </a:lnTo>
                  <a:lnTo>
                    <a:pt x="1812554" y="93692"/>
                  </a:lnTo>
                  <a:lnTo>
                    <a:pt x="1846128" y="124147"/>
                  </a:lnTo>
                  <a:lnTo>
                    <a:pt x="1876224" y="157971"/>
                  </a:lnTo>
                  <a:lnTo>
                    <a:pt x="1902548" y="194836"/>
                  </a:lnTo>
                  <a:lnTo>
                    <a:pt x="1924805" y="234418"/>
                  </a:lnTo>
                  <a:lnTo>
                    <a:pt x="1942700" y="276388"/>
                  </a:lnTo>
                  <a:lnTo>
                    <a:pt x="1943147" y="277283"/>
                  </a:lnTo>
                  <a:lnTo>
                    <a:pt x="1943147" y="278177"/>
                  </a:lnTo>
                  <a:lnTo>
                    <a:pt x="1943594" y="279072"/>
                  </a:lnTo>
                  <a:lnTo>
                    <a:pt x="1953128" y="311245"/>
                  </a:lnTo>
                  <a:lnTo>
                    <a:pt x="1960145" y="344591"/>
                  </a:lnTo>
                  <a:lnTo>
                    <a:pt x="1964478" y="378944"/>
                  </a:lnTo>
                  <a:lnTo>
                    <a:pt x="1965959" y="414136"/>
                  </a:lnTo>
                  <a:lnTo>
                    <a:pt x="1964268" y="449754"/>
                  </a:lnTo>
                  <a:lnTo>
                    <a:pt x="1951995" y="519480"/>
                  </a:lnTo>
                  <a:lnTo>
                    <a:pt x="1924690" y="594704"/>
                  </a:lnTo>
                  <a:lnTo>
                    <a:pt x="1902696" y="634536"/>
                  </a:lnTo>
                  <a:lnTo>
                    <a:pt x="1876560" y="671523"/>
                  </a:lnTo>
                  <a:lnTo>
                    <a:pt x="1846576" y="705362"/>
                  </a:lnTo>
                  <a:lnTo>
                    <a:pt x="1813036" y="735752"/>
                  </a:lnTo>
                  <a:lnTo>
                    <a:pt x="1776231" y="762391"/>
                  </a:lnTo>
                  <a:lnTo>
                    <a:pt x="1736453" y="784975"/>
                  </a:lnTo>
                  <a:lnTo>
                    <a:pt x="1693995" y="803202"/>
                  </a:lnTo>
                  <a:lnTo>
                    <a:pt x="1649147" y="816770"/>
                  </a:lnTo>
                  <a:lnTo>
                    <a:pt x="1602203" y="825377"/>
                  </a:lnTo>
                  <a:lnTo>
                    <a:pt x="1553453" y="82871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62250" y="204926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-179" y="4324499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10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8"/>
                </a:lnTo>
                <a:lnTo>
                  <a:pt x="1943147" y="277283"/>
                </a:lnTo>
                <a:lnTo>
                  <a:pt x="1943147" y="278177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6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6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62250" y="441554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-179" y="6697260"/>
            <a:ext cx="1965960" cy="829310"/>
          </a:xfrm>
          <a:custGeom>
            <a:avLst/>
            <a:gdLst/>
            <a:ahLst/>
            <a:cxnLst/>
            <a:rect l="l" t="t" r="r" b="b"/>
            <a:pathLst>
              <a:path w="1965960" h="829309">
                <a:moveTo>
                  <a:pt x="1553453" y="828719"/>
                </a:moveTo>
                <a:lnTo>
                  <a:pt x="0" y="828719"/>
                </a:lnTo>
                <a:lnTo>
                  <a:pt x="0" y="0"/>
                </a:lnTo>
                <a:lnTo>
                  <a:pt x="1554636" y="0"/>
                </a:lnTo>
                <a:lnTo>
                  <a:pt x="1602870" y="3382"/>
                </a:lnTo>
                <a:lnTo>
                  <a:pt x="1649398" y="12094"/>
                </a:lnTo>
                <a:lnTo>
                  <a:pt x="1693926" y="25807"/>
                </a:lnTo>
                <a:lnTo>
                  <a:pt x="1736158" y="44196"/>
                </a:lnTo>
                <a:lnTo>
                  <a:pt x="1775800" y="66933"/>
                </a:lnTo>
                <a:lnTo>
                  <a:pt x="1812554" y="93692"/>
                </a:lnTo>
                <a:lnTo>
                  <a:pt x="1846128" y="124147"/>
                </a:lnTo>
                <a:lnTo>
                  <a:pt x="1876224" y="157971"/>
                </a:lnTo>
                <a:lnTo>
                  <a:pt x="1902548" y="194837"/>
                </a:lnTo>
                <a:lnTo>
                  <a:pt x="1924805" y="234418"/>
                </a:lnTo>
                <a:lnTo>
                  <a:pt x="1942700" y="276389"/>
                </a:lnTo>
                <a:lnTo>
                  <a:pt x="1943147" y="277283"/>
                </a:lnTo>
                <a:lnTo>
                  <a:pt x="1943147" y="278178"/>
                </a:lnTo>
                <a:lnTo>
                  <a:pt x="1943594" y="279072"/>
                </a:lnTo>
                <a:lnTo>
                  <a:pt x="1953128" y="311245"/>
                </a:lnTo>
                <a:lnTo>
                  <a:pt x="1960145" y="344591"/>
                </a:lnTo>
                <a:lnTo>
                  <a:pt x="1964478" y="378944"/>
                </a:lnTo>
                <a:lnTo>
                  <a:pt x="1965959" y="414135"/>
                </a:lnTo>
                <a:lnTo>
                  <a:pt x="1964268" y="449754"/>
                </a:lnTo>
                <a:lnTo>
                  <a:pt x="1951995" y="519480"/>
                </a:lnTo>
                <a:lnTo>
                  <a:pt x="1924690" y="594704"/>
                </a:lnTo>
                <a:lnTo>
                  <a:pt x="1902696" y="634535"/>
                </a:lnTo>
                <a:lnTo>
                  <a:pt x="1876560" y="671522"/>
                </a:lnTo>
                <a:lnTo>
                  <a:pt x="1846576" y="705362"/>
                </a:lnTo>
                <a:lnTo>
                  <a:pt x="1813036" y="735752"/>
                </a:lnTo>
                <a:lnTo>
                  <a:pt x="1776231" y="762391"/>
                </a:lnTo>
                <a:lnTo>
                  <a:pt x="1736453" y="784975"/>
                </a:lnTo>
                <a:lnTo>
                  <a:pt x="1693995" y="803202"/>
                </a:lnTo>
                <a:lnTo>
                  <a:pt x="1649147" y="816770"/>
                </a:lnTo>
                <a:lnTo>
                  <a:pt x="1602203" y="825377"/>
                </a:lnTo>
                <a:lnTo>
                  <a:pt x="1553453" y="82871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62250" y="678793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0"/>
            <a:ext cx="18135600" cy="10287000"/>
            <a:chOff x="0" y="0"/>
            <a:chExt cx="18135600" cy="10287000"/>
          </a:xfrm>
        </p:grpSpPr>
        <p:sp>
          <p:nvSpPr>
            <p:cNvPr id="12" name="object 12" descr=""/>
            <p:cNvSpPr/>
            <p:nvPr/>
          </p:nvSpPr>
          <p:spPr>
            <a:xfrm>
              <a:off x="0" y="0"/>
              <a:ext cx="3210560" cy="10287000"/>
            </a:xfrm>
            <a:custGeom>
              <a:avLst/>
              <a:gdLst/>
              <a:ahLst/>
              <a:cxnLst/>
              <a:rect l="l" t="t" r="r" b="b"/>
              <a:pathLst>
                <a:path w="3210560" h="10287000">
                  <a:moveTo>
                    <a:pt x="3209785" y="0"/>
                  </a:moveTo>
                  <a:lnTo>
                    <a:pt x="2932138" y="0"/>
                  </a:lnTo>
                  <a:lnTo>
                    <a:pt x="1376629" y="1555508"/>
                  </a:lnTo>
                  <a:lnTo>
                    <a:pt x="0" y="178866"/>
                  </a:lnTo>
                  <a:lnTo>
                    <a:pt x="0" y="456514"/>
                  </a:lnTo>
                  <a:lnTo>
                    <a:pt x="1376629" y="1833156"/>
                  </a:lnTo>
                  <a:lnTo>
                    <a:pt x="1654289" y="1555508"/>
                  </a:lnTo>
                  <a:lnTo>
                    <a:pt x="3209785" y="0"/>
                  </a:lnTo>
                  <a:close/>
                </a:path>
                <a:path w="3210560" h="10287000">
                  <a:moveTo>
                    <a:pt x="3210141" y="10287000"/>
                  </a:moveTo>
                  <a:lnTo>
                    <a:pt x="1648498" y="8725370"/>
                  </a:lnTo>
                  <a:lnTo>
                    <a:pt x="1376629" y="8453501"/>
                  </a:lnTo>
                  <a:lnTo>
                    <a:pt x="0" y="9830143"/>
                  </a:lnTo>
                  <a:lnTo>
                    <a:pt x="0" y="10101999"/>
                  </a:lnTo>
                  <a:lnTo>
                    <a:pt x="1376629" y="8725370"/>
                  </a:lnTo>
                  <a:lnTo>
                    <a:pt x="2938272" y="10287000"/>
                  </a:lnTo>
                  <a:lnTo>
                    <a:pt x="3210141" y="1028700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8280" y="9647280"/>
              <a:ext cx="487079" cy="48707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2688065" y="735524"/>
            <a:ext cx="4075429" cy="7432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40">
                <a:solidFill>
                  <a:srgbClr val="FFFFFF"/>
                </a:solidFill>
                <a:latin typeface="Arial MT"/>
                <a:cs typeface="Arial MT"/>
              </a:rPr>
              <a:t>include&lt;Servo.h&gt;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Servo</a:t>
            </a:r>
            <a:r>
              <a:rPr dirty="0" sz="19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Arial MT"/>
                <a:cs typeface="Arial MT"/>
              </a:rPr>
              <a:t>motor;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950">
              <a:latin typeface="Arial MT"/>
              <a:cs typeface="Arial MT"/>
            </a:endParaRPr>
          </a:p>
          <a:p>
            <a:pPr marL="12700" marR="1334135">
              <a:lnSpc>
                <a:spcPct val="100000"/>
              </a:lnSpc>
            </a:pPr>
            <a:r>
              <a:rPr dirty="0" sz="1950" spc="85">
                <a:solidFill>
                  <a:srgbClr val="FFFFFF"/>
                </a:solidFill>
                <a:latin typeface="Arial MT"/>
                <a:cs typeface="Arial MT"/>
              </a:rPr>
              <a:t>const</a:t>
            </a:r>
            <a:r>
              <a:rPr dirty="0" sz="19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5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dirty="0" sz="19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trigPin</a:t>
            </a:r>
            <a:r>
              <a:rPr dirty="0" sz="19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19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Arial MT"/>
                <a:cs typeface="Arial MT"/>
              </a:rPr>
              <a:t>D1; </a:t>
            </a:r>
            <a:r>
              <a:rPr dirty="0" sz="1950" spc="85">
                <a:solidFill>
                  <a:srgbClr val="FFFFFF"/>
                </a:solidFill>
                <a:latin typeface="Arial MT"/>
                <a:cs typeface="Arial MT"/>
              </a:rPr>
              <a:t>const</a:t>
            </a:r>
            <a:r>
              <a:rPr dirty="0" sz="19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5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Arial MT"/>
                <a:cs typeface="Arial MT"/>
              </a:rPr>
              <a:t>echoPin</a:t>
            </a:r>
            <a:r>
              <a:rPr dirty="0" sz="19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Arial MT"/>
                <a:cs typeface="Arial MT"/>
              </a:rPr>
              <a:t>D2;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50">
              <a:latin typeface="Arial MT"/>
              <a:cs typeface="Arial MT"/>
            </a:endParaRPr>
          </a:p>
          <a:p>
            <a:pPr marL="12700" marR="53340">
              <a:lnSpc>
                <a:spcPct val="100000"/>
              </a:lnSpc>
            </a:pPr>
            <a:r>
              <a:rPr dirty="0" sz="1950" spc="155">
                <a:solidFill>
                  <a:srgbClr val="FFFFFF"/>
                </a:solidFill>
                <a:latin typeface="Arial MT"/>
                <a:cs typeface="Arial MT"/>
              </a:rPr>
              <a:t>//define</a:t>
            </a:r>
            <a:r>
              <a:rPr dirty="0" sz="19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70">
                <a:solidFill>
                  <a:srgbClr val="FFFFFF"/>
                </a:solidFill>
                <a:latin typeface="Arial MT"/>
                <a:cs typeface="Arial MT"/>
              </a:rPr>
              <a:t>sound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90">
                <a:solidFill>
                  <a:srgbClr val="FFFFFF"/>
                </a:solidFill>
                <a:latin typeface="Arial MT"/>
                <a:cs typeface="Arial MT"/>
              </a:rPr>
              <a:t>velocity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95">
                <a:solidFill>
                  <a:srgbClr val="FFFFFF"/>
                </a:solidFill>
                <a:latin typeface="Arial MT"/>
                <a:cs typeface="Arial MT"/>
              </a:rPr>
              <a:t>cm/uS </a:t>
            </a:r>
            <a:r>
              <a:rPr dirty="0" sz="1950" spc="155">
                <a:solidFill>
                  <a:srgbClr val="FFFFFF"/>
                </a:solidFill>
                <a:latin typeface="Arial MT"/>
                <a:cs typeface="Arial MT"/>
              </a:rPr>
              <a:t>#def#ine</a:t>
            </a:r>
            <a:r>
              <a:rPr dirty="0" sz="19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80">
                <a:solidFill>
                  <a:srgbClr val="FFFFFF"/>
                </a:solidFill>
                <a:latin typeface="Arial MT"/>
                <a:cs typeface="Arial MT"/>
              </a:rPr>
              <a:t>SOUND_VELOCITY</a:t>
            </a:r>
            <a:r>
              <a:rPr dirty="0" sz="19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0.034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50">
              <a:latin typeface="Arial MT"/>
              <a:cs typeface="Arial MT"/>
            </a:endParaRPr>
          </a:p>
          <a:p>
            <a:pPr marL="12700" marR="1826895">
              <a:lnSpc>
                <a:spcPct val="100000"/>
              </a:lnSpc>
            </a:pPr>
            <a:r>
              <a:rPr dirty="0" sz="1950" spc="105">
                <a:solidFill>
                  <a:srgbClr val="FFFFFF"/>
                </a:solidFill>
                <a:latin typeface="Arial MT"/>
                <a:cs typeface="Arial MT"/>
              </a:rPr>
              <a:t>long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75">
                <a:solidFill>
                  <a:srgbClr val="FFFFFF"/>
                </a:solidFill>
                <a:latin typeface="Arial MT"/>
                <a:cs typeface="Arial MT"/>
              </a:rPr>
              <a:t>duration; </a:t>
            </a:r>
            <a:r>
              <a:rPr dirty="0" sz="1950" spc="105">
                <a:solidFill>
                  <a:srgbClr val="FFFFFF"/>
                </a:solidFill>
                <a:latin typeface="Arial MT"/>
                <a:cs typeface="Arial MT"/>
              </a:rPr>
              <a:t>float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90">
                <a:solidFill>
                  <a:srgbClr val="FFFFFF"/>
                </a:solidFill>
                <a:latin typeface="Arial MT"/>
                <a:cs typeface="Arial MT"/>
              </a:rPr>
              <a:t>distanceCm; </a:t>
            </a:r>
            <a:r>
              <a:rPr dirty="0" sz="1950" spc="105">
                <a:solidFill>
                  <a:srgbClr val="FFFFFF"/>
                </a:solidFill>
                <a:latin typeface="Arial MT"/>
                <a:cs typeface="Arial MT"/>
              </a:rPr>
              <a:t>float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80">
                <a:solidFill>
                  <a:srgbClr val="FFFFFF"/>
                </a:solidFill>
                <a:latin typeface="Arial MT"/>
                <a:cs typeface="Arial MT"/>
              </a:rPr>
              <a:t>distanceInch;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ts val="2335"/>
              </a:lnSpc>
            </a:pPr>
            <a:r>
              <a:rPr dirty="0" sz="1950" spc="110">
                <a:solidFill>
                  <a:srgbClr val="FFFFFF"/>
                </a:solidFill>
                <a:latin typeface="Arial MT"/>
                <a:cs typeface="Arial MT"/>
              </a:rPr>
              <a:t>void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65">
                <a:solidFill>
                  <a:srgbClr val="FFFFFF"/>
                </a:solidFill>
                <a:latin typeface="Arial MT"/>
                <a:cs typeface="Arial MT"/>
              </a:rPr>
              <a:t>setup()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5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1950">
              <a:latin typeface="Arial MT"/>
              <a:cs typeface="Arial MT"/>
            </a:endParaRPr>
          </a:p>
          <a:p>
            <a:pPr marL="12700" marR="5080" indent="135890">
              <a:lnSpc>
                <a:spcPts val="2330"/>
              </a:lnSpc>
              <a:spcBef>
                <a:spcPts val="85"/>
              </a:spcBef>
            </a:pPr>
            <a:r>
              <a:rPr dirty="0" sz="1950" spc="30">
                <a:solidFill>
                  <a:srgbClr val="FFFFFF"/>
                </a:solidFill>
                <a:latin typeface="Arial MT"/>
                <a:cs typeface="Arial MT"/>
              </a:rPr>
              <a:t>//Serial.begin(115200);</a:t>
            </a:r>
            <a:r>
              <a:rPr dirty="0" sz="195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31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950" spc="1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Starts </a:t>
            </a:r>
            <a:r>
              <a:rPr dirty="0" sz="1950" spc="12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9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serial</a:t>
            </a:r>
            <a:r>
              <a:rPr dirty="0" sz="19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125">
                <a:solidFill>
                  <a:srgbClr val="FFFFFF"/>
                </a:solidFill>
                <a:latin typeface="Arial MT"/>
                <a:cs typeface="Arial MT"/>
              </a:rPr>
              <a:t>communication </a:t>
            </a:r>
            <a:r>
              <a:rPr dirty="0" sz="1950" spc="95">
                <a:solidFill>
                  <a:srgbClr val="FFFFFF"/>
                </a:solidFill>
                <a:latin typeface="Arial MT"/>
                <a:cs typeface="Arial MT"/>
              </a:rPr>
              <a:t>pinMode(D0,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OUTPUT); </a:t>
            </a:r>
            <a:r>
              <a:rPr dirty="0" sz="1950" spc="65">
                <a:solidFill>
                  <a:srgbClr val="FFFFFF"/>
                </a:solidFill>
                <a:latin typeface="Arial MT"/>
                <a:cs typeface="Arial MT"/>
              </a:rPr>
              <a:t>pinMode(trigPin,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25">
                <a:solidFill>
                  <a:srgbClr val="FFFFFF"/>
                </a:solidFill>
                <a:latin typeface="Arial MT"/>
                <a:cs typeface="Arial MT"/>
              </a:rPr>
              <a:t>OUTPUT);</a:t>
            </a:r>
            <a:r>
              <a:rPr dirty="0" sz="19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31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9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dirty="0" sz="1950" spc="12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trigPin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19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16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120">
                <a:solidFill>
                  <a:srgbClr val="FFFFFF"/>
                </a:solidFill>
                <a:latin typeface="Arial MT"/>
                <a:cs typeface="Arial MT"/>
              </a:rPr>
              <a:t>Output </a:t>
            </a:r>
            <a:r>
              <a:rPr dirty="0" sz="1950" spc="100">
                <a:solidFill>
                  <a:srgbClr val="FFFFFF"/>
                </a:solidFill>
                <a:latin typeface="Arial MT"/>
                <a:cs typeface="Arial MT"/>
              </a:rPr>
              <a:t>pinMode(echoPin,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105">
                <a:solidFill>
                  <a:srgbClr val="FFFFFF"/>
                </a:solidFill>
                <a:latin typeface="Arial MT"/>
                <a:cs typeface="Arial MT"/>
              </a:rPr>
              <a:t>INPUT);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31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Arial MT"/>
                <a:cs typeface="Arial MT"/>
              </a:rPr>
              <a:t>Sets </a:t>
            </a:r>
            <a:r>
              <a:rPr dirty="0" sz="1950" spc="12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85">
                <a:solidFill>
                  <a:srgbClr val="FFFFFF"/>
                </a:solidFill>
                <a:latin typeface="Arial MT"/>
                <a:cs typeface="Arial MT"/>
              </a:rPr>
              <a:t>echoPin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16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7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Arial MT"/>
              <a:cs typeface="Arial MT"/>
            </a:endParaRPr>
          </a:p>
          <a:p>
            <a:pPr marL="148590" marR="788670">
              <a:lnSpc>
                <a:spcPct val="100000"/>
              </a:lnSpc>
              <a:tabLst>
                <a:tab pos="2673985" algn="l"/>
              </a:tabLst>
            </a:pPr>
            <a:r>
              <a:rPr dirty="0" sz="1950" spc="95">
                <a:solidFill>
                  <a:srgbClr val="FFFFFF"/>
                </a:solidFill>
                <a:latin typeface="Arial MT"/>
                <a:cs typeface="Arial MT"/>
              </a:rPr>
              <a:t>motor.attach(2);</a:t>
            </a:r>
            <a:r>
              <a:rPr dirty="0" sz="19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950" spc="31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Arial MT"/>
                <a:cs typeface="Arial MT"/>
              </a:rPr>
              <a:t>D4 </a:t>
            </a:r>
            <a:r>
              <a:rPr dirty="0" sz="1950" spc="60">
                <a:solidFill>
                  <a:srgbClr val="FFFFFF"/>
                </a:solidFill>
                <a:latin typeface="Arial MT"/>
                <a:cs typeface="Arial MT"/>
              </a:rPr>
              <a:t>motor.write(0);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88065" y="8142165"/>
            <a:ext cx="358140" cy="914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950" spc="-10">
                <a:solidFill>
                  <a:srgbClr val="FFFFFF"/>
                </a:solidFill>
                <a:latin typeface="Arial MT"/>
                <a:cs typeface="Arial MT"/>
              </a:rPr>
              <a:t>}--</a:t>
            </a:r>
            <a:r>
              <a:rPr dirty="0" sz="19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074669" y="918816"/>
            <a:ext cx="3637279" cy="5753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7985" indent="-375285">
              <a:lnSpc>
                <a:spcPts val="1560"/>
              </a:lnSpc>
              <a:spcBef>
                <a:spcPts val="95"/>
              </a:spcBef>
              <a:buClr>
                <a:srgbClr val="8AD0D6"/>
              </a:buClr>
              <a:buSzPct val="76923"/>
              <a:buFont typeface="Lucida Sans Unicode"/>
              <a:buChar char="►"/>
              <a:tabLst>
                <a:tab pos="387985" algn="l"/>
              </a:tabLst>
            </a:pPr>
            <a:r>
              <a:rPr dirty="0" sz="1300" spc="70">
                <a:solidFill>
                  <a:srgbClr val="FFFFFF"/>
                </a:solidFill>
                <a:latin typeface="Arial MT"/>
                <a:cs typeface="Arial MT"/>
              </a:rPr>
              <a:t>void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 MT"/>
                <a:cs typeface="Arial MT"/>
              </a:rPr>
              <a:t>loop()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Arial MT"/>
                <a:cs typeface="Arial MT"/>
              </a:rPr>
              <a:t>{</a:t>
            </a:r>
            <a:endParaRPr sz="1300">
              <a:latin typeface="Arial MT"/>
              <a:cs typeface="Arial MT"/>
            </a:endParaRPr>
          </a:p>
          <a:p>
            <a:pPr marL="479425" marR="1144905">
              <a:lnSpc>
                <a:spcPts val="1560"/>
              </a:lnSpc>
              <a:spcBef>
                <a:spcPts val="50"/>
              </a:spcBef>
            </a:pPr>
            <a:r>
              <a:rPr dirty="0" sz="1300" spc="20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Clears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trigPin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dirty="0" sz="1300" spc="3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LOW); 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delayMicroseconds(2);</a:t>
            </a:r>
            <a:endParaRPr sz="1300">
              <a:latin typeface="Arial MT"/>
              <a:cs typeface="Arial MT"/>
            </a:endParaRPr>
          </a:p>
          <a:p>
            <a:pPr marL="479425">
              <a:lnSpc>
                <a:spcPts val="1490"/>
              </a:lnSpc>
            </a:pPr>
            <a:r>
              <a:rPr dirty="0" sz="1300" spc="20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45">
                <a:solidFill>
                  <a:srgbClr val="FFFFFF"/>
                </a:solidFill>
                <a:latin typeface="Arial MT"/>
                <a:cs typeface="Arial MT"/>
              </a:rPr>
              <a:t>Sets</a:t>
            </a:r>
            <a:r>
              <a:rPr dirty="0" sz="13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trigPin </a:t>
            </a:r>
            <a:r>
              <a:rPr dirty="0" sz="1300" spc="9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3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dirty="0" sz="13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Arial MT"/>
                <a:cs typeface="Arial MT"/>
              </a:rPr>
              <a:t>state</a:t>
            </a:r>
            <a:r>
              <a:rPr dirty="0" sz="13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dirty="0" sz="1300" spc="-25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  <a:p>
            <a:pPr marL="479425" marR="1116330" indent="-91440">
              <a:lnSpc>
                <a:spcPts val="1560"/>
              </a:lnSpc>
              <a:spcBef>
                <a:spcPts val="50"/>
              </a:spcBef>
            </a:pPr>
            <a:r>
              <a:rPr dirty="0" sz="1300" spc="65">
                <a:solidFill>
                  <a:srgbClr val="FFFFFF"/>
                </a:solidFill>
                <a:latin typeface="Arial MT"/>
                <a:cs typeface="Arial MT"/>
              </a:rPr>
              <a:t>micro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seconds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dirty="0" sz="1300" spc="3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HIGH); delayMicroseconds(10);</a:t>
            </a:r>
            <a:r>
              <a:rPr dirty="0" sz="13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digitalWrite(trigPin,</a:t>
            </a:r>
            <a:r>
              <a:rPr dirty="0" sz="1300" spc="3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LOW);</a:t>
            </a:r>
            <a:endParaRPr sz="1300">
              <a:latin typeface="Arial MT"/>
              <a:cs typeface="Arial MT"/>
            </a:endParaRPr>
          </a:p>
          <a:p>
            <a:pPr marL="387985" marR="5080" indent="90805">
              <a:lnSpc>
                <a:spcPct val="100000"/>
              </a:lnSpc>
              <a:spcBef>
                <a:spcPts val="1485"/>
              </a:spcBef>
            </a:pPr>
            <a:r>
              <a:rPr dirty="0" sz="1300" spc="20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Reads</a:t>
            </a:r>
            <a:r>
              <a:rPr dirty="0" sz="13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echoPin,</a:t>
            </a:r>
            <a:r>
              <a:rPr dirty="0" sz="13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returns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sound </a:t>
            </a:r>
            <a:r>
              <a:rPr dirty="0" sz="1300" spc="110">
                <a:solidFill>
                  <a:srgbClr val="FFFFFF"/>
                </a:solidFill>
                <a:latin typeface="Arial MT"/>
                <a:cs typeface="Arial MT"/>
              </a:rPr>
              <a:t>wave</a:t>
            </a:r>
            <a:r>
              <a:rPr dirty="0" sz="13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travel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Arial MT"/>
                <a:cs typeface="Arial MT"/>
              </a:rPr>
              <a:t>microseconds </a:t>
            </a:r>
            <a:r>
              <a:rPr dirty="0" sz="1300" spc="65">
                <a:solidFill>
                  <a:srgbClr val="FFFFFF"/>
                </a:solidFill>
                <a:latin typeface="Arial MT"/>
                <a:cs typeface="Arial MT"/>
              </a:rPr>
              <a:t>duration</a:t>
            </a:r>
            <a:r>
              <a:rPr dirty="0" sz="13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13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pulseIn(echoPin,</a:t>
            </a:r>
            <a:r>
              <a:rPr dirty="0" sz="13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HIGH);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marL="387985" marR="1123950" indent="90805">
              <a:lnSpc>
                <a:spcPct val="100000"/>
              </a:lnSpc>
            </a:pPr>
            <a:r>
              <a:rPr dirty="0" sz="1300" spc="20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Arial MT"/>
                <a:cs typeface="Arial MT"/>
              </a:rPr>
              <a:t>Calculate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 MT"/>
                <a:cs typeface="Arial MT"/>
              </a:rPr>
              <a:t>distance </a:t>
            </a:r>
            <a:r>
              <a:rPr dirty="0" sz="1300" spc="75">
                <a:solidFill>
                  <a:srgbClr val="FFFFFF"/>
                </a:solidFill>
                <a:latin typeface="Arial MT"/>
                <a:cs typeface="Arial MT"/>
              </a:rPr>
              <a:t>distanceCm</a:t>
            </a: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dirty="0" sz="13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 MT"/>
                <a:cs typeface="Arial MT"/>
              </a:rPr>
              <a:t>duration</a:t>
            </a:r>
            <a:r>
              <a:rPr dirty="0" sz="13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*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SOUND_VELOCITY/2;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marL="387985" marR="493395" indent="90805">
              <a:lnSpc>
                <a:spcPct val="100000"/>
              </a:lnSpc>
            </a:pPr>
            <a:r>
              <a:rPr dirty="0" sz="1300" spc="20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30">
                <a:solidFill>
                  <a:srgbClr val="FFFFFF"/>
                </a:solidFill>
                <a:latin typeface="Arial MT"/>
                <a:cs typeface="Arial MT"/>
              </a:rPr>
              <a:t>Prints</a:t>
            </a:r>
            <a:r>
              <a:rPr dirty="0" sz="13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 MT"/>
                <a:cs typeface="Arial MT"/>
              </a:rPr>
              <a:t>distance</a:t>
            </a:r>
            <a:r>
              <a:rPr dirty="0" sz="13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9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3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3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Serial </a:t>
            </a:r>
            <a:r>
              <a:rPr dirty="0" sz="1300" spc="40">
                <a:solidFill>
                  <a:srgbClr val="FFFFFF"/>
                </a:solidFill>
                <a:latin typeface="Arial MT"/>
                <a:cs typeface="Arial MT"/>
              </a:rPr>
              <a:t>Monitor</a:t>
            </a:r>
            <a:endParaRPr sz="1300">
              <a:latin typeface="Arial MT"/>
              <a:cs typeface="Arial MT"/>
            </a:endParaRPr>
          </a:p>
          <a:p>
            <a:pPr marL="479425">
              <a:lnSpc>
                <a:spcPts val="1550"/>
              </a:lnSpc>
            </a:pPr>
            <a:r>
              <a:rPr dirty="0" sz="1300" spc="20">
                <a:solidFill>
                  <a:srgbClr val="FFFFFF"/>
                </a:solidFill>
                <a:latin typeface="Arial MT"/>
                <a:cs typeface="Arial MT"/>
              </a:rPr>
              <a:t>//Serial.print("Distance</a:t>
            </a:r>
            <a:r>
              <a:rPr dirty="0" sz="13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Arial MT"/>
                <a:cs typeface="Arial MT"/>
              </a:rPr>
              <a:t>(cm):</a:t>
            </a:r>
            <a:r>
              <a:rPr dirty="0" sz="13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 MT"/>
                <a:cs typeface="Arial MT"/>
              </a:rPr>
              <a:t>");</a:t>
            </a:r>
            <a:endParaRPr sz="1300">
              <a:latin typeface="Arial MT"/>
              <a:cs typeface="Arial MT"/>
            </a:endParaRPr>
          </a:p>
          <a:p>
            <a:pPr marL="479425" marR="916305">
              <a:lnSpc>
                <a:spcPts val="1560"/>
              </a:lnSpc>
              <a:spcBef>
                <a:spcPts val="50"/>
              </a:spcBef>
            </a:pP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//Serial.println(distanceCm);</a:t>
            </a:r>
            <a:r>
              <a:rPr dirty="0" sz="1300" spc="50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300" spc="60">
                <a:solidFill>
                  <a:srgbClr val="FFFFFF"/>
                </a:solidFill>
                <a:latin typeface="Arial MT"/>
                <a:cs typeface="Arial MT"/>
              </a:rPr>
              <a:t>if(distanceCm</a:t>
            </a:r>
            <a:r>
              <a:rPr dirty="0" sz="13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&lt;</a:t>
            </a:r>
            <a:r>
              <a:rPr dirty="0" sz="13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 MT"/>
                <a:cs typeface="Arial MT"/>
              </a:rPr>
              <a:t>30)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ts val="1495"/>
              </a:lnSpc>
            </a:pP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{digitalWrite(D0,HIGH);</a:t>
            </a:r>
            <a:r>
              <a:rPr dirty="0" sz="13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motor.write(190);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ts val="1555"/>
              </a:lnSpc>
            </a:pPr>
            <a:r>
              <a:rPr dirty="0" sz="1300" spc="10">
                <a:solidFill>
                  <a:srgbClr val="FFFFFF"/>
                </a:solidFill>
                <a:latin typeface="Arial MT"/>
                <a:cs typeface="Arial MT"/>
              </a:rPr>
              <a:t>delay(5000);</a:t>
            </a:r>
            <a:r>
              <a:rPr dirty="0" sz="1300" spc="3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387985" marR="996950" indent="90805">
              <a:lnSpc>
                <a:spcPts val="1560"/>
              </a:lnSpc>
              <a:spcBef>
                <a:spcPts val="50"/>
              </a:spcBef>
            </a:pPr>
            <a:r>
              <a:rPr dirty="0" sz="130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dirty="0" sz="1300" spc="3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{digitalWrite(D0,LOW); </a:t>
            </a:r>
            <a:r>
              <a:rPr dirty="0" sz="1300" spc="20">
                <a:solidFill>
                  <a:srgbClr val="FFFFFF"/>
                </a:solidFill>
                <a:latin typeface="Arial MT"/>
                <a:cs typeface="Arial MT"/>
              </a:rPr>
              <a:t>motor.write(0);</a:t>
            </a:r>
            <a:r>
              <a:rPr dirty="0" sz="1300" spc="2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  <a:p>
            <a:pPr marL="387985">
              <a:lnSpc>
                <a:spcPct val="100000"/>
              </a:lnSpc>
              <a:spcBef>
                <a:spcPts val="1490"/>
              </a:spcBef>
            </a:pPr>
            <a:r>
              <a:rPr dirty="0" sz="1300" spc="-50">
                <a:solidFill>
                  <a:srgbClr val="FFFFFF"/>
                </a:solidFill>
                <a:latin typeface="Arial MT"/>
                <a:cs typeface="Arial MT"/>
              </a:rPr>
              <a:t>}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79" y="0"/>
            <a:ext cx="18288635" cy="10287000"/>
            <a:chOff x="-179" y="0"/>
            <a:chExt cx="1828863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133271" y="0"/>
              <a:ext cx="17155160" cy="10287000"/>
            </a:xfrm>
            <a:custGeom>
              <a:avLst/>
              <a:gdLst/>
              <a:ahLst/>
              <a:cxnLst/>
              <a:rect l="l" t="t" r="r" b="b"/>
              <a:pathLst>
                <a:path w="17155160" h="10287000">
                  <a:moveTo>
                    <a:pt x="452208" y="0"/>
                  </a:moveTo>
                  <a:lnTo>
                    <a:pt x="0" y="0"/>
                  </a:lnTo>
                  <a:lnTo>
                    <a:pt x="0" y="9582633"/>
                  </a:lnTo>
                  <a:lnTo>
                    <a:pt x="452208" y="9582633"/>
                  </a:lnTo>
                  <a:lnTo>
                    <a:pt x="452208" y="0"/>
                  </a:lnTo>
                  <a:close/>
                </a:path>
                <a:path w="17155160" h="10287000">
                  <a:moveTo>
                    <a:pt x="17154716" y="7762710"/>
                  </a:moveTo>
                  <a:lnTo>
                    <a:pt x="13538886" y="7762710"/>
                  </a:lnTo>
                  <a:lnTo>
                    <a:pt x="13538886" y="10287000"/>
                  </a:lnTo>
                  <a:lnTo>
                    <a:pt x="17154716" y="10287000"/>
                  </a:lnTo>
                  <a:lnTo>
                    <a:pt x="17154716" y="776271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4672160" y="0"/>
              <a:ext cx="3616325" cy="7762875"/>
            </a:xfrm>
            <a:custGeom>
              <a:avLst/>
              <a:gdLst/>
              <a:ahLst/>
              <a:cxnLst/>
              <a:rect l="l" t="t" r="r" b="b"/>
              <a:pathLst>
                <a:path w="3616325" h="7762875">
                  <a:moveTo>
                    <a:pt x="3615840" y="7762702"/>
                  </a:moveTo>
                  <a:lnTo>
                    <a:pt x="0" y="7762702"/>
                  </a:lnTo>
                  <a:lnTo>
                    <a:pt x="0" y="0"/>
                  </a:lnTo>
                  <a:lnTo>
                    <a:pt x="3615840" y="0"/>
                  </a:lnTo>
                  <a:lnTo>
                    <a:pt x="3615840" y="7762702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179" y="1957398"/>
              <a:ext cx="1967864" cy="829944"/>
            </a:xfrm>
            <a:custGeom>
              <a:avLst/>
              <a:gdLst/>
              <a:ahLst/>
              <a:cxnLst/>
              <a:rect l="l" t="t" r="r" b="b"/>
              <a:pathLst>
                <a:path w="1967864" h="829944">
                  <a:moveTo>
                    <a:pt x="1554760" y="829541"/>
                  </a:moveTo>
                  <a:lnTo>
                    <a:pt x="0" y="829541"/>
                  </a:lnTo>
                  <a:lnTo>
                    <a:pt x="0" y="0"/>
                  </a:lnTo>
                  <a:lnTo>
                    <a:pt x="1555943" y="0"/>
                  </a:lnTo>
                  <a:lnTo>
                    <a:pt x="1604218" y="3386"/>
                  </a:lnTo>
                  <a:lnTo>
                    <a:pt x="1650785" y="12106"/>
                  </a:lnTo>
                  <a:lnTo>
                    <a:pt x="1695351" y="25833"/>
                  </a:lnTo>
                  <a:lnTo>
                    <a:pt x="1737618" y="44240"/>
                  </a:lnTo>
                  <a:lnTo>
                    <a:pt x="1777293" y="66999"/>
                  </a:lnTo>
                  <a:lnTo>
                    <a:pt x="1814079" y="93785"/>
                  </a:lnTo>
                  <a:lnTo>
                    <a:pt x="1847680" y="124270"/>
                  </a:lnTo>
                  <a:lnTo>
                    <a:pt x="1877802" y="158127"/>
                  </a:lnTo>
                  <a:lnTo>
                    <a:pt x="1904148" y="195030"/>
                  </a:lnTo>
                  <a:lnTo>
                    <a:pt x="1926424" y="234650"/>
                  </a:lnTo>
                  <a:lnTo>
                    <a:pt x="1944334" y="276662"/>
                  </a:lnTo>
                  <a:lnTo>
                    <a:pt x="1944781" y="277558"/>
                  </a:lnTo>
                  <a:lnTo>
                    <a:pt x="1944781" y="278453"/>
                  </a:lnTo>
                  <a:lnTo>
                    <a:pt x="1945229" y="279349"/>
                  </a:lnTo>
                  <a:lnTo>
                    <a:pt x="1954770" y="311553"/>
                  </a:lnTo>
                  <a:lnTo>
                    <a:pt x="1961793" y="344933"/>
                  </a:lnTo>
                  <a:lnTo>
                    <a:pt x="1966130" y="379320"/>
                  </a:lnTo>
                  <a:lnTo>
                    <a:pt x="1967613" y="414546"/>
                  </a:lnTo>
                  <a:lnTo>
                    <a:pt x="1965920" y="450200"/>
                  </a:lnTo>
                  <a:lnTo>
                    <a:pt x="1953637" y="519995"/>
                  </a:lnTo>
                  <a:lnTo>
                    <a:pt x="1926309" y="595294"/>
                  </a:lnTo>
                  <a:lnTo>
                    <a:pt x="1904296" y="635165"/>
                  </a:lnTo>
                  <a:lnTo>
                    <a:pt x="1878138" y="672188"/>
                  </a:lnTo>
                  <a:lnTo>
                    <a:pt x="1848129" y="706062"/>
                  </a:lnTo>
                  <a:lnTo>
                    <a:pt x="1814561" y="736482"/>
                  </a:lnTo>
                  <a:lnTo>
                    <a:pt x="1777725" y="763147"/>
                  </a:lnTo>
                  <a:lnTo>
                    <a:pt x="1737914" y="785753"/>
                  </a:lnTo>
                  <a:lnTo>
                    <a:pt x="1695419" y="803998"/>
                  </a:lnTo>
                  <a:lnTo>
                    <a:pt x="1650534" y="817580"/>
                  </a:lnTo>
                  <a:lnTo>
                    <a:pt x="1603550" y="826195"/>
                  </a:lnTo>
                  <a:lnTo>
                    <a:pt x="1554760" y="829541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462190" y="204926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4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-179" y="4323677"/>
            <a:ext cx="1967864" cy="829944"/>
          </a:xfrm>
          <a:custGeom>
            <a:avLst/>
            <a:gdLst/>
            <a:ahLst/>
            <a:cxnLst/>
            <a:rect l="l" t="t" r="r" b="b"/>
            <a:pathLst>
              <a:path w="1967864" h="829945">
                <a:moveTo>
                  <a:pt x="1554760" y="829541"/>
                </a:moveTo>
                <a:lnTo>
                  <a:pt x="0" y="829541"/>
                </a:lnTo>
                <a:lnTo>
                  <a:pt x="0" y="0"/>
                </a:lnTo>
                <a:lnTo>
                  <a:pt x="1555943" y="0"/>
                </a:lnTo>
                <a:lnTo>
                  <a:pt x="1604218" y="3386"/>
                </a:lnTo>
                <a:lnTo>
                  <a:pt x="1650785" y="12106"/>
                </a:lnTo>
                <a:lnTo>
                  <a:pt x="1695351" y="25833"/>
                </a:lnTo>
                <a:lnTo>
                  <a:pt x="1737618" y="44240"/>
                </a:lnTo>
                <a:lnTo>
                  <a:pt x="1777293" y="67000"/>
                </a:lnTo>
                <a:lnTo>
                  <a:pt x="1814079" y="93785"/>
                </a:lnTo>
                <a:lnTo>
                  <a:pt x="1847680" y="124270"/>
                </a:lnTo>
                <a:lnTo>
                  <a:pt x="1877802" y="158128"/>
                </a:lnTo>
                <a:lnTo>
                  <a:pt x="1904148" y="195030"/>
                </a:lnTo>
                <a:lnTo>
                  <a:pt x="1926424" y="234651"/>
                </a:lnTo>
                <a:lnTo>
                  <a:pt x="1944334" y="276663"/>
                </a:lnTo>
                <a:lnTo>
                  <a:pt x="1944781" y="277558"/>
                </a:lnTo>
                <a:lnTo>
                  <a:pt x="1944781" y="278453"/>
                </a:lnTo>
                <a:lnTo>
                  <a:pt x="1945229" y="279349"/>
                </a:lnTo>
                <a:lnTo>
                  <a:pt x="1954770" y="311554"/>
                </a:lnTo>
                <a:lnTo>
                  <a:pt x="1961793" y="344933"/>
                </a:lnTo>
                <a:lnTo>
                  <a:pt x="1966130" y="379321"/>
                </a:lnTo>
                <a:lnTo>
                  <a:pt x="1967613" y="414547"/>
                </a:lnTo>
                <a:lnTo>
                  <a:pt x="1965920" y="450200"/>
                </a:lnTo>
                <a:lnTo>
                  <a:pt x="1953637" y="519995"/>
                </a:lnTo>
                <a:lnTo>
                  <a:pt x="1926309" y="595294"/>
                </a:lnTo>
                <a:lnTo>
                  <a:pt x="1904296" y="635165"/>
                </a:lnTo>
                <a:lnTo>
                  <a:pt x="1878138" y="672189"/>
                </a:lnTo>
                <a:lnTo>
                  <a:pt x="1848129" y="706062"/>
                </a:lnTo>
                <a:lnTo>
                  <a:pt x="1814561" y="736482"/>
                </a:lnTo>
                <a:lnTo>
                  <a:pt x="1777725" y="763147"/>
                </a:lnTo>
                <a:lnTo>
                  <a:pt x="1737914" y="785754"/>
                </a:lnTo>
                <a:lnTo>
                  <a:pt x="1695419" y="803999"/>
                </a:lnTo>
                <a:lnTo>
                  <a:pt x="1650534" y="817580"/>
                </a:lnTo>
                <a:lnTo>
                  <a:pt x="1603550" y="826196"/>
                </a:lnTo>
                <a:lnTo>
                  <a:pt x="1554760" y="829541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62190" y="4415540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-179" y="6696438"/>
            <a:ext cx="1967864" cy="829944"/>
          </a:xfrm>
          <a:custGeom>
            <a:avLst/>
            <a:gdLst/>
            <a:ahLst/>
            <a:cxnLst/>
            <a:rect l="l" t="t" r="r" b="b"/>
            <a:pathLst>
              <a:path w="1967864" h="829945">
                <a:moveTo>
                  <a:pt x="1554760" y="829541"/>
                </a:moveTo>
                <a:lnTo>
                  <a:pt x="0" y="829541"/>
                </a:lnTo>
                <a:lnTo>
                  <a:pt x="0" y="0"/>
                </a:lnTo>
                <a:lnTo>
                  <a:pt x="1555943" y="0"/>
                </a:lnTo>
                <a:lnTo>
                  <a:pt x="1604218" y="3386"/>
                </a:lnTo>
                <a:lnTo>
                  <a:pt x="1650785" y="12106"/>
                </a:lnTo>
                <a:lnTo>
                  <a:pt x="1695351" y="25833"/>
                </a:lnTo>
                <a:lnTo>
                  <a:pt x="1737618" y="44240"/>
                </a:lnTo>
                <a:lnTo>
                  <a:pt x="1777293" y="66999"/>
                </a:lnTo>
                <a:lnTo>
                  <a:pt x="1814079" y="93785"/>
                </a:lnTo>
                <a:lnTo>
                  <a:pt x="1847680" y="124270"/>
                </a:lnTo>
                <a:lnTo>
                  <a:pt x="1877802" y="158127"/>
                </a:lnTo>
                <a:lnTo>
                  <a:pt x="1904148" y="195030"/>
                </a:lnTo>
                <a:lnTo>
                  <a:pt x="1926424" y="234651"/>
                </a:lnTo>
                <a:lnTo>
                  <a:pt x="1944334" y="276663"/>
                </a:lnTo>
                <a:lnTo>
                  <a:pt x="1944781" y="277558"/>
                </a:lnTo>
                <a:lnTo>
                  <a:pt x="1944781" y="278454"/>
                </a:lnTo>
                <a:lnTo>
                  <a:pt x="1945229" y="279349"/>
                </a:lnTo>
                <a:lnTo>
                  <a:pt x="1954770" y="311553"/>
                </a:lnTo>
                <a:lnTo>
                  <a:pt x="1961793" y="344933"/>
                </a:lnTo>
                <a:lnTo>
                  <a:pt x="1966130" y="379320"/>
                </a:lnTo>
                <a:lnTo>
                  <a:pt x="1967613" y="414546"/>
                </a:lnTo>
                <a:lnTo>
                  <a:pt x="1965920" y="450200"/>
                </a:lnTo>
                <a:lnTo>
                  <a:pt x="1953637" y="519995"/>
                </a:lnTo>
                <a:lnTo>
                  <a:pt x="1926309" y="595294"/>
                </a:lnTo>
                <a:lnTo>
                  <a:pt x="1904296" y="635165"/>
                </a:lnTo>
                <a:lnTo>
                  <a:pt x="1878138" y="672189"/>
                </a:lnTo>
                <a:lnTo>
                  <a:pt x="1848129" y="706062"/>
                </a:lnTo>
                <a:lnTo>
                  <a:pt x="1814561" y="736482"/>
                </a:lnTo>
                <a:lnTo>
                  <a:pt x="1777725" y="763147"/>
                </a:lnTo>
                <a:lnTo>
                  <a:pt x="1737914" y="785753"/>
                </a:lnTo>
                <a:lnTo>
                  <a:pt x="1695419" y="803998"/>
                </a:lnTo>
                <a:lnTo>
                  <a:pt x="1650534" y="817580"/>
                </a:lnTo>
                <a:lnTo>
                  <a:pt x="1603550" y="826195"/>
                </a:lnTo>
                <a:lnTo>
                  <a:pt x="1554760" y="829541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62190" y="6787939"/>
            <a:ext cx="246379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0"/>
            <a:ext cx="18135600" cy="10287000"/>
            <a:chOff x="0" y="0"/>
            <a:chExt cx="18135600" cy="10287000"/>
          </a:xfrm>
        </p:grpSpPr>
        <p:sp>
          <p:nvSpPr>
            <p:cNvPr id="12" name="object 12" descr=""/>
            <p:cNvSpPr/>
            <p:nvPr/>
          </p:nvSpPr>
          <p:spPr>
            <a:xfrm>
              <a:off x="0" y="0"/>
              <a:ext cx="3210560" cy="10287000"/>
            </a:xfrm>
            <a:custGeom>
              <a:avLst/>
              <a:gdLst/>
              <a:ahLst/>
              <a:cxnLst/>
              <a:rect l="l" t="t" r="r" b="b"/>
              <a:pathLst>
                <a:path w="3210560" h="10287000">
                  <a:moveTo>
                    <a:pt x="3210141" y="10287000"/>
                  </a:moveTo>
                  <a:lnTo>
                    <a:pt x="1648523" y="8725383"/>
                  </a:lnTo>
                  <a:lnTo>
                    <a:pt x="1376629" y="8453501"/>
                  </a:lnTo>
                  <a:lnTo>
                    <a:pt x="0" y="9830143"/>
                  </a:lnTo>
                  <a:lnTo>
                    <a:pt x="0" y="10102024"/>
                  </a:lnTo>
                  <a:lnTo>
                    <a:pt x="1376629" y="8725383"/>
                  </a:lnTo>
                  <a:lnTo>
                    <a:pt x="2938259" y="10287000"/>
                  </a:lnTo>
                  <a:lnTo>
                    <a:pt x="3210141" y="10287000"/>
                  </a:lnTo>
                  <a:close/>
                </a:path>
                <a:path w="3210560" h="10287000">
                  <a:moveTo>
                    <a:pt x="3210458" y="0"/>
                  </a:moveTo>
                  <a:lnTo>
                    <a:pt x="2932785" y="0"/>
                  </a:lnTo>
                  <a:lnTo>
                    <a:pt x="1376629" y="1556156"/>
                  </a:lnTo>
                  <a:lnTo>
                    <a:pt x="0" y="179514"/>
                  </a:lnTo>
                  <a:lnTo>
                    <a:pt x="0" y="457187"/>
                  </a:lnTo>
                  <a:lnTo>
                    <a:pt x="1376629" y="1833829"/>
                  </a:lnTo>
                  <a:lnTo>
                    <a:pt x="1654302" y="1556156"/>
                  </a:lnTo>
                  <a:lnTo>
                    <a:pt x="3210458" y="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48280" y="9647280"/>
              <a:ext cx="487080" cy="48707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7425" y="642350"/>
              <a:ext cx="6684999" cy="38011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1250" y="4976574"/>
              <a:ext cx="6015274" cy="45639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0949" y="2351050"/>
              <a:ext cx="6150835" cy="34598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3452495" cy="9721215"/>
            <a:chOff x="0" y="0"/>
            <a:chExt cx="3452495" cy="972121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3452495" cy="3277870"/>
            </a:xfrm>
            <a:custGeom>
              <a:avLst/>
              <a:gdLst/>
              <a:ahLst/>
              <a:cxnLst/>
              <a:rect l="l" t="t" r="r" b="b"/>
              <a:pathLst>
                <a:path w="3452495" h="3277870">
                  <a:moveTo>
                    <a:pt x="579960" y="3277439"/>
                  </a:moveTo>
                  <a:lnTo>
                    <a:pt x="531435" y="3276822"/>
                  </a:lnTo>
                  <a:lnTo>
                    <a:pt x="483107" y="3275411"/>
                  </a:lnTo>
                  <a:lnTo>
                    <a:pt x="434982" y="3273210"/>
                  </a:lnTo>
                  <a:lnTo>
                    <a:pt x="387065" y="3270227"/>
                  </a:lnTo>
                  <a:lnTo>
                    <a:pt x="339364" y="3266468"/>
                  </a:lnTo>
                  <a:lnTo>
                    <a:pt x="291884" y="3261940"/>
                  </a:lnTo>
                  <a:lnTo>
                    <a:pt x="244632" y="3256647"/>
                  </a:lnTo>
                  <a:lnTo>
                    <a:pt x="197613" y="3250598"/>
                  </a:lnTo>
                  <a:lnTo>
                    <a:pt x="150835" y="3243797"/>
                  </a:lnTo>
                  <a:lnTo>
                    <a:pt x="104303" y="3236252"/>
                  </a:lnTo>
                  <a:lnTo>
                    <a:pt x="58024" y="3227968"/>
                  </a:lnTo>
                  <a:lnTo>
                    <a:pt x="12004" y="3218952"/>
                  </a:lnTo>
                  <a:lnTo>
                    <a:pt x="0" y="3216396"/>
                  </a:lnTo>
                  <a:lnTo>
                    <a:pt x="0" y="0"/>
                  </a:lnTo>
                  <a:lnTo>
                    <a:pt x="3425481" y="0"/>
                  </a:lnTo>
                  <a:lnTo>
                    <a:pt x="3432747" y="57172"/>
                  </a:lnTo>
                  <a:lnTo>
                    <a:pt x="3437828" y="104446"/>
                  </a:lnTo>
                  <a:lnTo>
                    <a:pt x="3442145" y="151944"/>
                  </a:lnTo>
                  <a:lnTo>
                    <a:pt x="3445691" y="199661"/>
                  </a:lnTo>
                  <a:lnTo>
                    <a:pt x="3448459" y="247588"/>
                  </a:lnTo>
                  <a:lnTo>
                    <a:pt x="3450445" y="295722"/>
                  </a:lnTo>
                  <a:lnTo>
                    <a:pt x="3451640" y="344054"/>
                  </a:lnTo>
                  <a:lnTo>
                    <a:pt x="3452040" y="392579"/>
                  </a:lnTo>
                  <a:lnTo>
                    <a:pt x="3451640" y="441105"/>
                  </a:lnTo>
                  <a:lnTo>
                    <a:pt x="3450445" y="489437"/>
                  </a:lnTo>
                  <a:lnTo>
                    <a:pt x="3448459" y="537571"/>
                  </a:lnTo>
                  <a:lnTo>
                    <a:pt x="3445691" y="585498"/>
                  </a:lnTo>
                  <a:lnTo>
                    <a:pt x="3442145" y="633215"/>
                  </a:lnTo>
                  <a:lnTo>
                    <a:pt x="3437828" y="680713"/>
                  </a:lnTo>
                  <a:lnTo>
                    <a:pt x="3432747" y="727987"/>
                  </a:lnTo>
                  <a:lnTo>
                    <a:pt x="3426908" y="775030"/>
                  </a:lnTo>
                  <a:lnTo>
                    <a:pt x="3420316" y="821837"/>
                  </a:lnTo>
                  <a:lnTo>
                    <a:pt x="3412979" y="868400"/>
                  </a:lnTo>
                  <a:lnTo>
                    <a:pt x="3404902" y="914714"/>
                  </a:lnTo>
                  <a:lnTo>
                    <a:pt x="3396092" y="960773"/>
                  </a:lnTo>
                  <a:lnTo>
                    <a:pt x="3386554" y="1006569"/>
                  </a:lnTo>
                  <a:lnTo>
                    <a:pt x="3376296" y="1052098"/>
                  </a:lnTo>
                  <a:lnTo>
                    <a:pt x="3365323" y="1097352"/>
                  </a:lnTo>
                  <a:lnTo>
                    <a:pt x="3353641" y="1142326"/>
                  </a:lnTo>
                  <a:lnTo>
                    <a:pt x="3341258" y="1187012"/>
                  </a:lnTo>
                  <a:lnTo>
                    <a:pt x="3328178" y="1231405"/>
                  </a:lnTo>
                  <a:lnTo>
                    <a:pt x="3314409" y="1275499"/>
                  </a:lnTo>
                  <a:lnTo>
                    <a:pt x="3299956" y="1319287"/>
                  </a:lnTo>
                  <a:lnTo>
                    <a:pt x="3284827" y="1362763"/>
                  </a:lnTo>
                  <a:lnTo>
                    <a:pt x="3269026" y="1405920"/>
                  </a:lnTo>
                  <a:lnTo>
                    <a:pt x="3252560" y="1448753"/>
                  </a:lnTo>
                  <a:lnTo>
                    <a:pt x="3235437" y="1491255"/>
                  </a:lnTo>
                  <a:lnTo>
                    <a:pt x="3217661" y="1533420"/>
                  </a:lnTo>
                  <a:lnTo>
                    <a:pt x="3199239" y="1575242"/>
                  </a:lnTo>
                  <a:lnTo>
                    <a:pt x="3180177" y="1616714"/>
                  </a:lnTo>
                  <a:lnTo>
                    <a:pt x="3160482" y="1657830"/>
                  </a:lnTo>
                  <a:lnTo>
                    <a:pt x="3140159" y="1698584"/>
                  </a:lnTo>
                  <a:lnTo>
                    <a:pt x="3119216" y="1738969"/>
                  </a:lnTo>
                  <a:lnTo>
                    <a:pt x="3097658" y="1778980"/>
                  </a:lnTo>
                  <a:lnTo>
                    <a:pt x="3075491" y="1818609"/>
                  </a:lnTo>
                  <a:lnTo>
                    <a:pt x="3052722" y="1857851"/>
                  </a:lnTo>
                  <a:lnTo>
                    <a:pt x="3029357" y="1896700"/>
                  </a:lnTo>
                  <a:lnTo>
                    <a:pt x="3005402" y="1935149"/>
                  </a:lnTo>
                  <a:lnTo>
                    <a:pt x="2980864" y="1973191"/>
                  </a:lnTo>
                  <a:lnTo>
                    <a:pt x="2955748" y="2010822"/>
                  </a:lnTo>
                  <a:lnTo>
                    <a:pt x="2930062" y="2048033"/>
                  </a:lnTo>
                  <a:lnTo>
                    <a:pt x="2903810" y="2084820"/>
                  </a:lnTo>
                  <a:lnTo>
                    <a:pt x="2877000" y="2121176"/>
                  </a:lnTo>
                  <a:lnTo>
                    <a:pt x="2849638" y="2157094"/>
                  </a:lnTo>
                  <a:lnTo>
                    <a:pt x="2821730" y="2192568"/>
                  </a:lnTo>
                  <a:lnTo>
                    <a:pt x="2793281" y="2227593"/>
                  </a:lnTo>
                  <a:lnTo>
                    <a:pt x="2764300" y="2262161"/>
                  </a:lnTo>
                  <a:lnTo>
                    <a:pt x="2734790" y="2296266"/>
                  </a:lnTo>
                  <a:lnTo>
                    <a:pt x="2704760" y="2329903"/>
                  </a:lnTo>
                  <a:lnTo>
                    <a:pt x="2674215" y="2363065"/>
                  </a:lnTo>
                  <a:lnTo>
                    <a:pt x="2643161" y="2395745"/>
                  </a:lnTo>
                  <a:lnTo>
                    <a:pt x="2611605" y="2427937"/>
                  </a:lnTo>
                  <a:lnTo>
                    <a:pt x="2579553" y="2459636"/>
                  </a:lnTo>
                  <a:lnTo>
                    <a:pt x="2547011" y="2490835"/>
                  </a:lnTo>
                  <a:lnTo>
                    <a:pt x="2513985" y="2521527"/>
                  </a:lnTo>
                  <a:lnTo>
                    <a:pt x="2480482" y="2551706"/>
                  </a:lnTo>
                  <a:lnTo>
                    <a:pt x="2446508" y="2581367"/>
                  </a:lnTo>
                  <a:lnTo>
                    <a:pt x="2412068" y="2610502"/>
                  </a:lnTo>
                  <a:lnTo>
                    <a:pt x="2377170" y="2639106"/>
                  </a:lnTo>
                  <a:lnTo>
                    <a:pt x="2341820" y="2667171"/>
                  </a:lnTo>
                  <a:lnTo>
                    <a:pt x="2306024" y="2694693"/>
                  </a:lnTo>
                  <a:lnTo>
                    <a:pt x="2269787" y="2721665"/>
                  </a:lnTo>
                  <a:lnTo>
                    <a:pt x="2233117" y="2748079"/>
                  </a:lnTo>
                  <a:lnTo>
                    <a:pt x="2196019" y="2773931"/>
                  </a:lnTo>
                  <a:lnTo>
                    <a:pt x="2158500" y="2799214"/>
                  </a:lnTo>
                  <a:lnTo>
                    <a:pt x="2120567" y="2823922"/>
                  </a:lnTo>
                  <a:lnTo>
                    <a:pt x="2082224" y="2848047"/>
                  </a:lnTo>
                  <a:lnTo>
                    <a:pt x="2043479" y="2871585"/>
                  </a:lnTo>
                  <a:lnTo>
                    <a:pt x="2004338" y="2894528"/>
                  </a:lnTo>
                  <a:lnTo>
                    <a:pt x="1964806" y="2916871"/>
                  </a:lnTo>
                  <a:lnTo>
                    <a:pt x="1924891" y="2938608"/>
                  </a:lnTo>
                  <a:lnTo>
                    <a:pt x="1884599" y="2959731"/>
                  </a:lnTo>
                  <a:lnTo>
                    <a:pt x="1843935" y="2980235"/>
                  </a:lnTo>
                  <a:lnTo>
                    <a:pt x="1802906" y="3000113"/>
                  </a:lnTo>
                  <a:lnTo>
                    <a:pt x="1761519" y="3019359"/>
                  </a:lnTo>
                  <a:lnTo>
                    <a:pt x="1719778" y="3037968"/>
                  </a:lnTo>
                  <a:lnTo>
                    <a:pt x="1677692" y="3055931"/>
                  </a:lnTo>
                  <a:lnTo>
                    <a:pt x="1635266" y="3073245"/>
                  </a:lnTo>
                  <a:lnTo>
                    <a:pt x="1592505" y="3089901"/>
                  </a:lnTo>
                  <a:lnTo>
                    <a:pt x="1549417" y="3105894"/>
                  </a:lnTo>
                  <a:lnTo>
                    <a:pt x="1506008" y="3121217"/>
                  </a:lnTo>
                  <a:lnTo>
                    <a:pt x="1462284" y="3135865"/>
                  </a:lnTo>
                  <a:lnTo>
                    <a:pt x="1418251" y="3149831"/>
                  </a:lnTo>
                  <a:lnTo>
                    <a:pt x="1373915" y="3163108"/>
                  </a:lnTo>
                  <a:lnTo>
                    <a:pt x="1329283" y="3175691"/>
                  </a:lnTo>
                  <a:lnTo>
                    <a:pt x="1284361" y="3187573"/>
                  </a:lnTo>
                  <a:lnTo>
                    <a:pt x="1239155" y="3198748"/>
                  </a:lnTo>
                  <a:lnTo>
                    <a:pt x="1193671" y="3209210"/>
                  </a:lnTo>
                  <a:lnTo>
                    <a:pt x="1147916" y="3218952"/>
                  </a:lnTo>
                  <a:lnTo>
                    <a:pt x="1101896" y="3227968"/>
                  </a:lnTo>
                  <a:lnTo>
                    <a:pt x="1055617" y="3236252"/>
                  </a:lnTo>
                  <a:lnTo>
                    <a:pt x="1009085" y="3243797"/>
                  </a:lnTo>
                  <a:lnTo>
                    <a:pt x="962307" y="3250598"/>
                  </a:lnTo>
                  <a:lnTo>
                    <a:pt x="915288" y="3256647"/>
                  </a:lnTo>
                  <a:lnTo>
                    <a:pt x="868036" y="3261940"/>
                  </a:lnTo>
                  <a:lnTo>
                    <a:pt x="820556" y="3266468"/>
                  </a:lnTo>
                  <a:lnTo>
                    <a:pt x="772855" y="3270227"/>
                  </a:lnTo>
                  <a:lnTo>
                    <a:pt x="724938" y="3273210"/>
                  </a:lnTo>
                  <a:lnTo>
                    <a:pt x="676813" y="3275411"/>
                  </a:lnTo>
                  <a:lnTo>
                    <a:pt x="628485" y="3276822"/>
                  </a:lnTo>
                  <a:lnTo>
                    <a:pt x="579960" y="3277439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8560" y="566280"/>
              <a:ext cx="2397125" cy="9154795"/>
            </a:xfrm>
            <a:custGeom>
              <a:avLst/>
              <a:gdLst/>
              <a:ahLst/>
              <a:cxnLst/>
              <a:rect l="l" t="t" r="r" b="b"/>
              <a:pathLst>
                <a:path w="2397125" h="9154795">
                  <a:moveTo>
                    <a:pt x="2396519" y="9154439"/>
                  </a:moveTo>
                  <a:lnTo>
                    <a:pt x="0" y="9154439"/>
                  </a:lnTo>
                  <a:lnTo>
                    <a:pt x="0" y="0"/>
                  </a:lnTo>
                  <a:lnTo>
                    <a:pt x="2396519" y="0"/>
                  </a:lnTo>
                  <a:lnTo>
                    <a:pt x="2396519" y="9154439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6747119" y="5894280"/>
            <a:ext cx="11541125" cy="4392930"/>
          </a:xfrm>
          <a:custGeom>
            <a:avLst/>
            <a:gdLst/>
            <a:ahLst/>
            <a:cxnLst/>
            <a:rect l="l" t="t" r="r" b="b"/>
            <a:pathLst>
              <a:path w="11541125" h="4392930">
                <a:moveTo>
                  <a:pt x="11540519" y="4392359"/>
                </a:moveTo>
                <a:lnTo>
                  <a:pt x="0" y="4392359"/>
                </a:lnTo>
                <a:lnTo>
                  <a:pt x="0" y="0"/>
                </a:lnTo>
                <a:lnTo>
                  <a:pt x="11540519" y="0"/>
                </a:lnTo>
                <a:lnTo>
                  <a:pt x="11540519" y="439235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336840" y="0"/>
            <a:ext cx="14951075" cy="407670"/>
          </a:xfrm>
          <a:custGeom>
            <a:avLst/>
            <a:gdLst/>
            <a:ahLst/>
            <a:cxnLst/>
            <a:rect l="l" t="t" r="r" b="b"/>
            <a:pathLst>
              <a:path w="14951075" h="407670">
                <a:moveTo>
                  <a:pt x="14950799" y="407159"/>
                </a:moveTo>
                <a:lnTo>
                  <a:pt x="0" y="407159"/>
                </a:lnTo>
                <a:lnTo>
                  <a:pt x="0" y="0"/>
                </a:lnTo>
                <a:lnTo>
                  <a:pt x="14950799" y="0"/>
                </a:lnTo>
                <a:lnTo>
                  <a:pt x="14950799" y="407159"/>
                </a:lnTo>
                <a:close/>
              </a:path>
            </a:pathLst>
          </a:custGeom>
          <a:solidFill>
            <a:srgbClr val="2B4A9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6079" y="1146960"/>
            <a:ext cx="7304399" cy="799307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48280" y="9647280"/>
            <a:ext cx="487079" cy="487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BASED-SMART DUSTBIN</dc:title>
  <dcterms:created xsi:type="dcterms:W3CDTF">2025-11-22T17:37:31Z</dcterms:created>
  <dcterms:modified xsi:type="dcterms:W3CDTF">2025-11-22T17:37:31Z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2025-11-22T00:00:00Z</vt:filetime>
  </property>
</Properties>
</file>